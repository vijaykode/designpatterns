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notesSlides/notesSlide3.xml" ContentType="application/vnd.openxmlformats-officedocument.presentationml.notesSlide+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256" r:id="rId2"/>
    <p:sldId id="265" r:id="rId3"/>
    <p:sldId id="258" r:id="rId4"/>
    <p:sldId id="257" r:id="rId5"/>
    <p:sldId id="259" r:id="rId6"/>
    <p:sldId id="260" r:id="rId7"/>
    <p:sldId id="261" r:id="rId8"/>
    <p:sldId id="262" r:id="rId9"/>
    <p:sldId id="263" r:id="rId10"/>
    <p:sldId id="264" r:id="rId11"/>
    <p:sldId id="306" r:id="rId12"/>
    <p:sldId id="307" r:id="rId13"/>
    <p:sldId id="308" r:id="rId14"/>
    <p:sldId id="266" r:id="rId15"/>
    <p:sldId id="267" r:id="rId16"/>
    <p:sldId id="268" r:id="rId17"/>
    <p:sldId id="269" r:id="rId18"/>
    <p:sldId id="270" r:id="rId19"/>
    <p:sldId id="274" r:id="rId20"/>
    <p:sldId id="271" r:id="rId21"/>
    <p:sldId id="272" r:id="rId22"/>
    <p:sldId id="273"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557D3B-65FD-4732-8B92-4F63818EB7E1}" v="17" dt="2024-12-19T16:47:02.5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7T16:29:41.092"/>
    </inkml:context>
    <inkml:brush xml:id="br0">
      <inkml:brushProperty name="width" value="0.035" units="cm"/>
      <inkml:brushProperty name="height" value="0.035" units="cm"/>
      <inkml:brushProperty name="color" value="#E71224"/>
    </inkml:brush>
  </inkml:definitions>
  <inkml:trace contextRef="#ctx0" brushRef="#br0">1286 0 24575,'-18'14'0,"0"0"0,1 2 0,1-1 0,-28 36 0,19-18 0,-37 67 0,50-74 0,1 1 0,2 1 0,0-1 0,-6 39 0,-15 50 0,9-55 0,-63 158 0,31-105 0,-70 109 0,62-116 0,-58 141 0,69-136 0,-76 124 0,100-196 0,-40 70 0,57-93 0,2 0 0,0 0 0,1 1 0,-8 34 0,12-41-43,-4 28 85,-2 0 0,-2 0 0,-17 43 1,24-73-126,-2 1 0,1-1 0,-1 1 0,-1-2 0,0 1 1,0 0-1,0-1 0,-1 0 0,0-1 0,-1 0 1,0 0-1,0 0 0,0-1 0,-1 0 0,0-1 1,0 0-1,-12 5 0,-19 2-6743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7T16:29:43.119"/>
    </inkml:context>
    <inkml:brush xml:id="br0">
      <inkml:brushProperty name="width" value="0.035" units="cm"/>
      <inkml:brushProperty name="height" value="0.035" units="cm"/>
      <inkml:brushProperty name="color" value="#E71224"/>
    </inkml:brush>
  </inkml:definitions>
  <inkml:trace contextRef="#ctx0" brushRef="#br0">1 1 24575,'40'0'0,"0"0"0,0 2 0,69 8 0,-91-7 0,-1 1 0,-1 0 0,1 0 0,-1 1 0,0 0 0,-1 1 0,0 0 0,-1 0 0,0 1 0,22 14 0,-13-6 0,0 1 0,-2 0 0,-1 1 0,-2 1 0,0 0 0,16 25 0,61 119 0,-80-132 0,14 18 0,51 61 0,26 42 0,-54-69 0,113 124 0,-99-131 0,-6 2 0,47 87 0,-90-131 0,14 28 0,70 93 0,108 135 0,-134-187 0,139 141 0,-179-206 0,13 12-682,104 81-1,-95-89-6143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7T16:30:00.149"/>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8T05:19:17.637"/>
    </inkml:context>
    <inkml:brush xml:id="br0">
      <inkml:brushProperty name="width" value="0.035" units="cm"/>
      <inkml:brushProperty name="height" value="0.035" units="cm"/>
      <inkml:brushProperty name="color" value="#E71224"/>
    </inkml:brush>
  </inkml:definitions>
  <inkml:trace contextRef="#ctx0" brushRef="#br0">1437 0 24575,'-4'1'0,"0"-1"0,0 1 0,0 0 0,0 0 0,0 1 0,0-1 0,1 1 0,-1 0 0,0 0 0,1 0 0,-1 0 0,1 1 0,0-1 0,-4 4 0,-6 7 0,-20 24 0,33-36 0,-70 96 0,10-12 0,28-44 0,2 1 0,-35 63 0,43-66 0,-1-2 0,-1 0 0,-2-2 0,-38 40 0,-124 168 0,158-201 0,-61 94 0,-55 69 0,110-164 0,-60 51 0,63-58 6,-32 38-1,-23 25 41,76-85-283,-2-1 0,1 0 0,-1-1 0,-1 0 0,-22 10 0,0-4-6589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8T05:19:22.207"/>
    </inkml:context>
    <inkml:brush xml:id="br0">
      <inkml:brushProperty name="width" value="0.035" units="cm"/>
      <inkml:brushProperty name="height" value="0.035" units="cm"/>
      <inkml:brushProperty name="color" value="#E71224"/>
    </inkml:brush>
  </inkml:definitions>
  <inkml:trace contextRef="#ctx0" brushRef="#br0">1 1 24575,'15'10'0,"7"4"0,-1 1 0,0 0 0,-1 2 0,-1 0 0,28 33 0,32 42 0,104 95 0,-52-56 0,-19-24 0,130 94 0,67 63 0,-225-180 0,110 101 0,-158-150 58,40 50 0,-46-50-799,55 51 1,-59-66-6086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8T05:19:25.789"/>
    </inkml:context>
    <inkml:brush xml:id="br0">
      <inkml:brushProperty name="width" value="0.035" units="cm"/>
      <inkml:brushProperty name="height" value="0.035" units="cm"/>
      <inkml:brushProperty name="color" value="#E71224"/>
    </inkml:brush>
  </inkml:definitions>
  <inkml:trace contextRef="#ctx0" brushRef="#br0">239 144 24575,'-20'-5'0,"-13"-2"0,-5-5 0,-1-5 0,0-5 0,7-4 0,9-3 0,9 4-8191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8T05:20:01.395"/>
    </inkml:context>
    <inkml:brush xml:id="br0">
      <inkml:brushProperty name="width" value="0.035" units="cm"/>
      <inkml:brushProperty name="height" value="0.035" units="cm"/>
      <inkml:brushProperty name="color" value="#E71224"/>
    </inkml:brush>
  </inkml:definitions>
  <inkml:trace contextRef="#ctx0" brushRef="#br0">13 12 24575,'-6'-5'0,"-1"-2"-8191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8T12:31:56.573"/>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5 1 24575,'0'0'0,"5"5"0,8 9 0,6 4 0,-2 12 0,11 15 0,1 4 0,3 11 0,7 10 0,-6 2 0,-7-6 0,5 4 0,-7-2 0,0-8 0,-5-8 0,-6 4 0,2-5 0,-4-5 0,-3-34 0,-2-1 0,12 19 0,19 25 0,-3-3 0,0 14 0,-8 1 0,-1 8 0,-7-1 0,-5-8 0,-5-49 0,10 30 0,4 7 0,-2-7 0,2-7 0,-6-5 0,-4 3 0,2 10 0,-3 18 0,-3-1 0,3-4 0,-1-7 0,4-8 0,3-6 0,-1-5 0,-3-3 0,-3-2 0,-4 5 0,3 12 0,-1 1 0,5 10 0,-2-2 0,4-4 0,-2 0 0,4 7 0,8-4 0,5 2 0,-4-7 0,-5-4 0,0-6 0,-6 2 0,-4-3 0,-4-2 0,3-2 0,-2 10 0,4 5 0,5-1 0,-2 4 0,-2-5 0,2 3 0,4 7 0,-3-3 0,3-5 0,-4-5 0,3 13 0,8-4 0,4-3 0,-4 1 0,-5-5 0,-7-5 0,-4-4 0,0-3 0,-1-3 0,3 4 0,4-6 0,5-7 0,3-1 0,4-6 0,8-5 0,0-4 0,2-3 0,-2-3 0,4-1 0,0-1 0,-2 0 0,-2 6 0,4 1 0,-1 0 0,10 11 0,5-1 0,-1-2 0,1-2 0,14 8 0,-4-3 0,-5-3 0,-2-3 0,-7-3 0,0-4 0,7-2 0,-3 4 0,1 0 0,1 0 0,14 4 0,7-1 0,-5-1 0,-2-2 0,-3-2 0,-9-2 0,-8-1 0,-8 5 0,-6 7 0,-3-1 0,-3-1 0,-1-2 0,0-3 0,11-3 0,2-1 0,0-1 0,-2-1 0,3-1 0,4 1 0,-2-1 0,4 1 0,-4-1 0,-2 1 0,-5 0 0,9 0 0,-1 0 0,-3 0 0,-3 0 0,3 0 0,4 6 0,-3 0 0,11 0 0,-4-1 0,-3 5 0,-5-2 0,2 0 0,-4-2 0,-2-3 0,3 12 0,-14-2 0,-15 0 0,-13-13 0,1 0 0,-1 0 0,0 0 0,0 1 0,0-1 0,0 0 0,0 1 0,1-1 0,-1 0 0,0 1 0,0-1 0,0 0 0,0 1 0,0-1 0,0 0 0,0 1 0,0-1 0,0 0 0,-1 1 0,1-1 0,0 0 0,0 1 0,0-1 0,0 0 0,0 1 0,0-1 0,-1 0 0,1 0 0,0 1 0,0-1 0,-1 1 0,-12 5 0,-16-1 0,-11-3 0,-4-1 0,0-1 0,-4-1 0,3 1 0,3-1 0,3 1 0,-2-1 0,2 1 0,1 0 0,3 0 0,-4 0 0,0 0 0,3 0 0,0 0 0,-3 0 0,-6 0 0,2 0 0,1 0 0,-3 0 0,3 0 0,2 0 0,3 0 0,-3 0 0,1 0 0,2 0 0,2 0 0,-17 0 0,2 0 0,0 0 0,-8-12 0,5-6 0,3-1 0,0 3 0,5 3 0,4 5 0,4 3 0,-15-3 0,1 1 0,2 1 0,-2 2 0,4 1 0,-2-4 0,-7 0 0,2-6 0,4 2 0,5 1 0,0 2 0,3 4 0,3-5 0,3-4 0,-3-6 0,1 2 0,2 3 0,0 3 0,-9-1 0,1 1 0,-6-3 0,-3 2 0,-15-15 0,4-5 0,4 3 0,-5 0 0,8-1 0,0 7 0,7 0 0,5-1 0,12 0 0,27 16 0,1 2 0,1 0 0,0-1 0,-6-10 0,-10-30 0,7 0 0,6 2 0,4-3 0,2 4 0,-4-2 0,0-10 0,0 3 0,1 4 0,1 4 0,-11-1 0,1 4 0,-6-3 0,3-15 0,-10 2 0,4 3 0,-2 5 0,4 0 0,-7-6 0,-1 4 0,3 3 0,0 5 0,0 5 0,-8-2 0,6 3 0,-8-11 0,6 2 0,1 1 0,6 5 0,6 2 0,7 5 0,-3 1 0,4-4 0,1 1 0,3 0 0,-5 1 0,-4 2 0,0 1 0,2 1 0,3 0 0,2 1 0,3-6 0,-5 0 0,2 0 0,-6 0 0,1-10 0,-4 1 0,1 2 0,4 2 0,-4-9 0,-3 3 0,-4 2 0,2-2 0,-2 3 0,4 3 0,-2 4 0,-2-4 0,-3 3 0,-2 1 0,4 2 0,5 2 0,0 1 0,3 1 0,5 0 0,2 1 0,-2-6 0,1 0 0,-16-6 0,-5 1 0,1-5 0,5-4 0,0 3 0,5 2 0,6-1 0,-2-3 0,-14-15 0,-4 2 0,2 4 0,5 7 0,1 7 0,7 6 0,4 3 0,6 4 0,3 2 0,2 0 0,8 6 0,8 6 0,11 6 0,6 11 0,-27 2 0,1-1 0,-1 1 0,1 0 0,-1-1 0,9 6 0,22 18 0,0 5 0,-1 3 0,-1 2 0,-1 5 0,-1 0 0,-1-1 0,-6-2 0,0 9 0,0 6 0,-5-2 0,-5-3 0,13 1 0,-3-3 0,-3-4 0,-5-4 0,-5-3 0,-5 11 0,-3-2 0,-2-1 0,-2-2 0,6 2 0,1-1 0,-1-2 0,5 3 0,0-2 0,-2-1 0,4-3 0,-2-3 0,11 12 0,-2-2 0,-3 0 0,3 3 0,-5-2 0,3-4 0,-3-2 0,-4-4 0,3-1 0,-2-2 0,-3-1 0,-2 0 0,-3 0 0,5-1 0,5 1 0,-1 0 0,-1 0 0,10 18 0,-3 1 0,3 6 0,-3 15 0,3-4 0,-6-5 0,-3-2 0,8 5 0,-3-7 0,4 7 0,2-7 0,-4-5 0,9 11 0,-5-5 0,-4-5 0,0 6 0,2-5 0,2-6 0,-3 7 0,-5-4 0,-5-5 0,3 2 0,-4-4 0,4-4 0,-2-3 0,10 3 0,-2-2 0,4-1 0,1-2 0,3-2 0,14 11 0,1 0 0,0-2 0,11-1 0,-3-4 0,-2-2 0,-10-3 0,-6-1 0,-3-1 0,-1 0 0,-1-6 0,0-7 0,1 0 0,1 2 0,6-4 0,1 3 0,1-4 0,4 4 0,0-5 0,-3-2 0,-1 2 0,4-2 0,10 4 0,-1 3 0,-2 4 0,-4-3 0,1-3 0,-2 7 0,2-4 0,-3 3 0,-2-4 0,-3-5 0,3-4 0,-1 2 0,-2 4 0,-2-1 0,-1 3 0,-2-3 0,11 3 0,6 4 0,-1-4 0,-2-3 0,-3-4 0,-5-4 0,3-3 0,-2-1 0,-2-2 0,-2-1 0,10 0 0,-1 0 0,0 1 0,2-1 0,-2 1 0,-4 0 0,-2 0 0,-3 0 0,3 0 0,-1 0 0,0 0 0,-2 0 0,4 0 0,-1 0 0,11 0 0,5 0 0,5 0 0,-4 0 0,7 0 0,-5 0 0,-6 0 0,-7 0 0,-42 2 0,0-1 0,1-1 0,0 1 0,-1 0 0,1-1 0,-1 1 0,1 1 0,-1-1 0,4 2 0,-6-4 0,1 2 0,-1-1 0,1 1 0,0-1 0,-1 1 0,1-1 0,0 1 0,-1-1 0,1 1 0,-1-1 0,1 1 0,-1 0 0,1 0 0,-1-1 0,0 1 0,1 0 0,-1 0 0,0-1 0,1 2 0,-1-2 0,0 1 0,0 0 0,0-1 0,0 1 0,0-1 0,0 1 0,0 0 0,0-1 0,0 1 0,0-1 0,-1 1 0,1-1 0,0 1 0,0 0 0,-1-1 0,1 1 0,0-1 0,-1 1 0,1-1 0,-1 0 0,1 1 0,-1 0 0,-16 9 0,-20-3 0,-6-2 0,-2-3 0,-5-1 0,3 6 0,4-1 0,3 0 0,-8-2 0,2-1 0,2 0 0,4-2 0,-3-1 0,2 0 0,3 0 0,2 0 0,-4-1 0,2 1 0,1 0 0,2 0 0,-5 0 0,2 0 0,1-6 0,1-7 0,2 1 0,2 0 0,-11 3 0,0-3 0,-12-4 0,3-4 0,2 2 0,0-3 0,3 4 0,-1 4 0,16 5 0,33 7 0,-1 0 0,-1 1 0,0 0 0,1 0 0,-1-1 0,0 1 0,1 0 0,-1 0 0,1-1 0,-1 1 0,1-1 0,-1 1 0,1-1 0,-1 1 0,1-1 0,-1 1 0,1-1 0,0 1 0,-1-1 0,1 1 0,0-1 0,-1 0 0,2 0 0,-1 1 0,0-1 0,0 1 0,1-1 0,-1 1 0,0-1 0,1 1 0,-1-1 0,1 1 0,-1-1 0,1 1 0,-1-1 0,1 1 0,-1 0 0,1-1 0,-1 1 0,1 0 0,-1 0 0,1-1 0,0 1 0,-1 0 0,1 0 0,0 0 0,24-7 0,9 2 0,3 2 0,7 1 0,-1 2 0,-2 0 0,-2 0 0,9 0 0,-2 1 0,-2-1 0,-3 0 0,2 0 0,-2 0 0,-3 0 0,-2 0 0,4 0 0,-2 0 0,-1 0 0,-2 0 0,5 0 0,-2 0 0,-1 0 0,-1 0 0,-2 0 0,-2 7 0,-1-1 0,0 0 0,4-1 0,8-1 0,-1-1 0,-1 4 0,-2-1 0,3 0 0,-1-1 0,-3-2 0,-2-1 0,-8-1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8T12:32:05.118"/>
    </inkml:context>
    <inkml:brush xml:id="br0">
      <inkml:brushProperty name="width" value="0.05" units="cm"/>
      <inkml:brushProperty name="height" value="0.05" units="cm"/>
      <inkml:brushProperty name="color" value="#AE198D"/>
      <inkml:brushProperty name="inkEffects" value="galaxy"/>
      <inkml:brushProperty name="anchorX" value="-5136.63477"/>
      <inkml:brushProperty name="anchorY" value="-5111.0166"/>
      <inkml:brushProperty name="scaleFactor" value="0.5"/>
    </inkml:brush>
  </inkml:definitions>
  <inkml:trace contextRef="#ctx0" brushRef="#br0">0 4573 24575,'0'0'0,"0"-5"0,6-8 0,25 1 0,6-5 0,35-16 0,2-4 0,16-3 0,10-17 0,-3-5 0,0 2 0,4 4 0,-7 8 0,-14 7 0,-14 10 0,-14-1 0,-10 7 0,-8 1 0,15 6 0,-2-1 0,5-2 0,9-1 0,-3-4 0,-5 5 0,0 4 0,-6 0 0,-4 4 0,-5-3 0,2 4 0,10-16 0,5-3 0,-2 2 0,-3 6 0,-6 0 0,-5 0 0,8-7 0,-2-3 0,-2 0 0,-3-1 0,3-11 0,-3 0 0,-2 1 0,-2 2 0,15-8 0,0 3 0,-1 2 0,-11 3 0,-4 5 0,-11-4 0,5-9 0,4-17 0,-3-5 0,-1 3 0,0-3 0,-6 1 0,-6 3 0,6-4 0,-4 8 0,-4 2 0,-4-10 0,-4 6 0,-3 1 0,-3 2 0,-1-10 0,0 0 0,-1-6 0,0-10 0,0-3 0,1-2 0,0 5 0,-1 13 0,1 7 0,0 12 0,0 9 0,0 8 0,0 0 0,0-3 0,0-4 0,0-17 0,0 2 0,0 4 0,0-6 0,0 7 0,0 6 0,0 0 0,0 6 0,0 4 0,0 5 0,0-16 0,-6-4 0,0-11 0,0 3 0,0 6 0,3 8 0,0 1 0,2 5 0,-6 5 0,1 21 0,6 21 0,-1-3 0,1 0 0,-1 0 0,1 1 0,0-1 0,-1 1 0,1-1 0,-1 0 0,1 1 0,0-1 0,-1 1 0,1-1 0,0 1 0,0-1 0,-1 0 0,1 1 0,0-1 0,0 1 0,0 0 0,0-1 0,0 1 0,0-1 0,-1 1 0,1-1 0,0 1 0,1-1 0,-1 2 0,-5 34 0,1 41 0,2 5 0,1 21 0,19 10 0,0-11 0,1-16 0,-3-16 0,-5-16 0,-4-5 0,-3-8 0,-2 13 0,-2-2 0,6 3 0,0 2 0,-1-5 0,0-4 0,-2-7 0,-1 2 0,-1-3 0,0 10 0,-1 3 0,-1-1 0,1-4 0,6 1 0,0-4 0,-1 2 0,0-4 0,-1 9 0,-2-2 0,-1-3 0,0-5 0,-1 2 0,0-3 0,-1-2 0,1-4 0,0 5 0,0-2 0,0-1 0,0-2 0,-6 4 0,0 0 0,0 4 0,1-1 0,-5-2 0,2-3 0,0-2 0,-3-2 0,1-2 0,-5 6 0,-3-1 0,-4 0 0,-4-1 0,-3-2 0,5-1 0,0 0 0,-13 5 0,-1-1 0,-1 0 0,0-1 0,-4 11 0,3-1 0,-5 5 0,2-3 0,2-3 0,-9-4 0,3-4 0,2-3 0,4-2 0,3-7 0,-3 12 0,-3-7 0,-12 8 0,3-1 0,-4 0 0,-7 5 0,11-1 0,5-1 0,8-3 0,-2-2 0,3-1 0,-3 4 0,2 0 0,1-7 0,-9-1 0,1-8 0,2 0 0,4 0 0,3 3 0,4 1 0,1 2 0,2 2 0,2-6 0,-7 13 0,-6 1 0,-12 1 0,-6-7 0,-9-1 0,4-9 0,-6 6 0,8 1 0,8-4 0,1-6 0,7-6 0,0 1 0,4-3 0,3 3 0,4-2 0,3 4 0,1-3 0,1-2 0,2 4 0,-1 2 0,0 5 0,13-2 0,20-20 0,-3 1 0,0 1 0,0-1 0,0 0 0,0 1 0,0-1 0,0 0 0,0 1 0,0-1 0,0 1 0,0-1 0,0 0 0,0 1 0,0-1 0,1 0 0,-1 1 0,0-1 0,0 0 0,1 1 0,-1-1 0,0 0 0,0 1 0,1-1 0,-1 0 0,0 0 0,1 0 0,-1 1 0,0-1 0,1 0 0,-1 0 0,0 0 0,1 0 0,-1 1 0,0-1 0,1 0 0,-1 0 0,0 0 0,1 0 0,-1 0 0,1 0 0,2-2 0,1 2 0,0 0 0,0-1 0,0 0 0,0 0 0,5-2 0,45-15 0,10-8 0,0-4 0,-5-3 0,4-1 0,-7 0 0,7-17 0,-7 0 0,1 2 0,-6 2 0,5 0 0,-3 9 0,-6 5 0,2-4 0,7-4 0,-3 0 0,-4 1 0,1-9 0,-4 2 0,-5 1 0,-3 4 0,-4 10 0,-2 4 0,-1 8 0,-20 16 0,-3 1 0,0 1 0,13-3 0,27-9 0,0-2 0,-3-3 0,-5-4 0,-3 2 0,-3-1 0,-2 5 0,-1 4 0,4-8 0,1 3 0,0 4 0,-2-3 0,6 4 0,-2-3 0,0 3 0,10-3 0,-2 2 0,-1-2 0,-3-3 0,-5-4 0,4 3 0,-2-2 0,-2 5 0,-2-2 0,5 4 0,10-15 0,-1-2 0,-1-3 0,-4 0 0,7 0 0,-2 1 0,-4 7 0,-3 1 0,-5 2 0,3-8 0,-7 0 0,-9-8 0,-2 0 0,-6-6 0,-5 2 0,-4 3 0,-4 3 0,-2-4 0,-1 3 0,-1 1 0,0 2 0,0-3 0,0 0 0,1 2 0,-1 2 0,1-5 0,0 2 0,0-5 0,0 1 0,0-4 0,0 2 0,0 3 0,0 3 0,0-3 0,0 2 0,0 2 0,0 1 0,0-3 0,0 0 0,0 2 0,0 2 0,0-5 0,0 2 0,0-5 0,0 1 0,0-4 0,0-4 0,0 3 0,0-3 0,0 3 0,0 5 0,0 3 0,0-2 0,0 2 0,0-4 0,0 2 0,0-5 0,0 3 0,0 2 0,0 4 0,0-4 0,0 2 0,-12-5 0,-6 3 0,-1 1 0,2-3 0,5 2 0,-2-16 0,2 2 0,-2 2 0,2-1 0,3 6 0,2 5 0,3 4 0,-4-14 0,1 1 0,0 3 0,2 22 0,2 18 0,1 34 0,1 12 0,1 21 0,0 13 0,1-1 0,-1-1 0,5-47 0,8 36 0,6 31 0,0-7 0,-4-10 0,-4-6 0,-3-11 0,-5-9 0,-1-7 0,-2 1 0,0 9 0,-1-1 0,0 4 0,0-3 0,1-5 0,0-3 0,-1 1 0,1-3 0,0-1 0,0-3 0,6 5 0,0-2 0,0 10 0,-1 6 0,-1-2 0,-2-3 0,5-6 0,0 2 0,0-3 0,-2-4 0,-2-2 0,-1 3 0,6 11 0,-2 0 0,1 3 0,-2-3 0,-2-5 0,-1-4 0,5 14 0,6-3 0,-1-2 0,-1 1 0,-3-4 0,-2-4 0,-2-5 0,-9-3 0,-1-3 0,0-1 0,-6-1 0,-4-1 0,-5 1 0,-5-7 0,-2 0 0,-1 1 0,-2-5 0,0 1 0,0-4 0,-6 2 0,0 2 0,0-4 0,1 4 0,2 1 0,1 3 0,2 3 0,0-5 0,-5 7 0,0 1 0,-12 8 0,0 0 0,2 0 0,-9-1 0,4-2 0,3-1 0,5-2 0,5-8 0,3 0 0,-9-6 0,1 1 0,-5 13 0,2 3 0,-3 2 0,-9 0 0,3 0 0,5-3 0,-2-1 0,6-7 0,4-1 0,-2 5 0,4-5 0,2-5 0,2 0 0,3 1 0,-11-4 0,1 2 0,-6 14 0,-3 4 0,3-5 0,3 0 0,-7-1 0,3-7 0,-3-7 0,-1 12 0,-2 1 0,5-2 0,4-1 0,-1 1 0,5-6 0,3-5 0,3-1 0,4 2 0,1 4 0,2-4 0,0 2 0,0 2 0,1 3 0,-1 2 0,7-5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8T12:32:10.893"/>
    </inkml:context>
    <inkml:brush xml:id="br0">
      <inkml:brushProperty name="width" value="0.05" units="cm"/>
      <inkml:brushProperty name="height" value="0.05" units="cm"/>
      <inkml:brushProperty name="color" value="#AE198D"/>
      <inkml:brushProperty name="inkEffects" value="galaxy"/>
      <inkml:brushProperty name="anchorX" value="-6169.59082"/>
      <inkml:brushProperty name="anchorY" value="-5771.47217"/>
      <inkml:brushProperty name="scaleFactor" value="0.5"/>
    </inkml:brush>
  </inkml:definitions>
  <inkml:trace contextRef="#ctx0" brushRef="#br0">311 1 24575,'0'0'0,"10"0"0,11 0 0,3 0 0,11 0 0,2 6 0,1 6 0,0 0 0,-3-1 0,-1 4 0,-1-2 0,-2-3 0,-1 2 0,1 5 0,-1 4 0,0 3 0,-1 3 0,1 3 0,-6 0 0,-6 1 0,-12-6 0,-8-23 0,2 0 0,0 0 0,-1 0 0,1-1 0,-1 1 0,0 0 0,1 0 0,-1-1 0,0 1 0,0-1 0,0 1 0,-2 1 0,-31 40 0,-13 13 0,-5 8 0,-11 16 0,-8 13 0,4 6 0,-5 8 0,7-13 0,9-14 0,15-10 0,6-13 0,6-10 0,2-9 0,1 1 0,0 10 0,4-2 0,0 4 0,6-3 0,-14 3 0,3 7 0,4-3 0,12-34 0,10-25 0,3-8 0,10-40 0,8-18 0,19-22 0,-3 5 0,2-8 0,5 5 0,-2 0 0,-2 7 0,-2 13 0,-2 5 0,-9 0 0,0 7 0,-8 7 0,12 1 0,3 6 0,2 3 0,-1 5 0,-5-3 0,-2 1 0,-1 2 0,0 1 0,-5 2 0,-22 28 0,1 1 0,1 1 0,-1-1 0,0 1 0,1-1 0,-1 0 0,-1 1 0,1-1 0,-2-6 0,1 8 0,0-2 0,-1 0 0,0 0 0,0 0 0,0 0 0,0 1 0,0-1 0,-4-4 0,3 4 0,-1-1 0,0 1 0,-1 0 0,1-1 0,-7-3 0,5 4 0,0-1 0,-1 1 0,-12-5 0,-20-4 0,-5 5 0,1 5 0,2 3 0,3 1 0,-3 1 0,1-1 0,-3 1 0,13-1 0,20-1 0,22 1 0,19-1 0,27 0 0,9 0 0,19 0 0,-6 0 0,-8 0 0,-11 0 0,-17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8T12:32:14.532"/>
    </inkml:context>
    <inkml:brush xml:id="br0">
      <inkml:brushProperty name="width" value="0.05" units="cm"/>
      <inkml:brushProperty name="height" value="0.05" units="cm"/>
      <inkml:brushProperty name="color" value="#AE198D"/>
      <inkml:brushProperty name="inkEffects" value="galaxy"/>
      <inkml:brushProperty name="anchorX" value="-7429.31152"/>
      <inkml:brushProperty name="anchorY" value="-6799.86084"/>
      <inkml:brushProperty name="scaleFactor" value="0.5"/>
    </inkml:brush>
  </inkml:definitions>
  <inkml:trace contextRef="#ctx0" brushRef="#br0">370 250 24575,'0'0'0,"0"5"0,0 20 0,0 6 0,0 23 0,0 8 0,0 0 0,-7 13 0,2-52 0,-8 29 0,-6 22 0,-4-8 0,-9 8 0,3-9 0,0-1 0,5-8 0,1-2 0,0 6 0,4-6 0,-6 8 0,-3-6 0,-2-4 0,5 5 0,18-54 0,6-3 0,1 0 0,0 1 0,0-1 0,0 0 0,0 0 0,0 0 0,0 0 0,-1 0 0,1 0 0,0 0 0,0 0 0,0 0 0,0 1 0,0-1 0,-1 0 0,1 0 0,0 0 0,0 0 0,0 0 0,0 0 0,-1 0 0,1 0 0,0 0 0,0 0 0,0 0 0,0 0 0,-1 0 0,1 0 0,0-1 0,0 1 0,0 0 0,0 0 0,-1 0 0,1 0 0,0 0 0,0 0 0,0 0 0,-1-3 0,1 0 0,-1 0 0,1 1 0,0-1 0,-1 0 0,1 0 0,0 0 0,1 1 0,0-6 0,22-61 0,3-32 0,18-19 0,3-21 0,-7 13 0,-2 13 0,-4 23 0,-9 10 0,-1 15 0,-1 8 0,2 10 0,-6 7 0,-4 6 0,-5 4 0,2 2 0,3 1 0,4 6 0,4 7 0,15 5 0,-35 14 0,2-3 0,-1 0 0,1 1 0,-1 0 0,1 0 0,-1 1 0,7 2 0,-1 0 0,-1 1 0,0 0 0,12 9 0,-9-4 0,23 23 0,10 20 0,-35-38 0,15 30 0,12 23 0,3 15 0,-7-1 0,-1-6 0,-8-12 0,-1-11 0,-7-3 0,2-7 0,-4-5 0,-4-4 0,-4 4 0,4-1 0,4-1 0,10-2 0,-1 11 0,-23-43 0,2 3 0,0 0 0,0 1 0,1 9 0,-3-13 0,-3-4 0,-11-13 0,-27-25 0,0-8 0,-2-2 0,2-10 0,8 4 0,-3-2 0,3 6 0,0 6 0,6 5 0,-4-2 0,6 4 0,-6-10 0,-1 2 0,0-4 0,-1-3 0,1 3 0,1 5 0,0 5 0,0 4 0,0 3 0,1-9 0,0 1 0,6 0 0,12 8 0,12 33 0,0 0 0,0-1 0,0 1 0,0-1 0,0 1 0,0 0 0,1-1 0,-1 1 0,0-1 0,1 1 0,-1-1 0,1 1 0,-1 0 0,1 0 0,0-1 0,0 0 0,0 0 0,1 1 0,-1-1 0,1 1 0,-1-1 0,1 1 0,0 0 0,0 0 0,-1 0 0,1 0 0,0 0 0,0 0 0,2 0 0,7-2 0,-2 1 0,1 0 0,11 0 0,36-2 0,-42 10 0,-2-3 0,0 0 0,22 9 0,-19-4 0,2 1 0,26 18 0,40 30 0,-60-35 0,28 28 0,31 36 0,-10 1 0,-11-8 0,3-6 0,-9-5 0,-7-11 0,-13-3 0,-11-6 0,-10-7 0,-8-4 0,-5-3 0,-3-3 0,-1-2 0,0 1 0,6-1 0,1-6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5:17.833"/>
    </inkml:context>
    <inkml:brush xml:id="br0">
      <inkml:brushProperty name="width" value="0.035" units="cm"/>
      <inkml:brushProperty name="height" value="0.035" units="cm"/>
    </inkml:brush>
  </inkml:definitions>
  <inkml:trace contextRef="#ctx0" brushRef="#br0">1 0 24575,'5739'0'0,"-5512"20"0,-169-12 0,36 5 0,-40-4 0,76 3 0,-107-10 0,-1 1 0,1 1 0,-1 1 0,0 1 0,0 1 0,21 10 0,-16-6 0,0-2 0,0-1 0,41 8 0,9-11 0,129-6 0,-79-2 0,658 3 0,-754-2 0,-1-1 0,0-1 0,43-13 0,21-3 0,97-1 0,-54 8 0,-12 4 0,125 6 0,-172 4 0,109 15 0,-5 0 0,-83-15-1365,-54-2-5461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5:25.300"/>
    </inkml:context>
    <inkml:brush xml:id="br0">
      <inkml:brushProperty name="width" value="0.035" units="cm"/>
      <inkml:brushProperty name="height" value="0.035" units="cm"/>
    </inkml:brush>
  </inkml:definitions>
  <inkml:trace contextRef="#ctx0" brushRef="#br0">75 114 24575,'5'-4'0,"0"1"0,0 0 0,0 0 0,0 1 0,0 0 0,1 0 0,-1 0 0,1 0 0,10-1 0,9-3 0,40-14 0,87-15 0,-134 32 0,-8 2 0,1 0 0,-1-1 0,0 0 0,0-1 0,0-1 0,10-4 0,-20 8 0,0 0 0,0 0 0,0 0 0,0 0 0,0 0 0,0 0 0,0 0 0,0 0 0,0 0 0,0 0 0,0 0 0,0 0 0,-1 0 0,1-1 0,0 1 0,0 0 0,0 0 0,0 0 0,0 0 0,0 0 0,0 0 0,0 0 0,0 0 0,0 0 0,0 0 0,0 0 0,0 0 0,0 0 0,0 0 0,0 0 0,0 0 0,0-1 0,0 1 0,0 0 0,0 0 0,1 0 0,-1 0 0,0 0 0,0 0 0,0 0 0,0 0 0,0 0 0,0 0 0,0 0 0,0 0 0,0 0 0,0 0 0,0 0 0,0 0 0,0 0 0,0 0 0,0 0 0,0 0 0,0 0 0,0 0 0,-9 0 0,-12 3 0,-92 29 0,70-19 0,-46 9 0,-76 5 0,161-26 0,1-1 0,0 1 0,0 0 0,0 0 0,0 0 0,0 0 0,0 1 0,0-1 0,-3 3 0,5-3 0,1-1 0,0 0 0,-1 0 0,1 1 0,0-1 0,-1 1 0,1-1 0,0 0 0,0 1 0,0-1 0,-1 1 0,1-1 0,0 0 0,0 1 0,0-1 0,0 1 0,0-1 0,0 1 0,0-1 0,0 0 0,0 1 0,0-1 0,0 1 0,0-1 0,0 1 0,1 1 0,0-1 0,0 0 0,-1 1 0,1-1 0,0 0 0,0 0 0,0 0 0,1 0 0,-1 0 0,0 0 0,2 2 0,12 5 0,0-1 0,0 0 0,0-1 0,1 0 0,30 5 0,30 12 0,-42-9-227,1-3-1,0-1 1,1-1-1,-1-2 1,53 3-1,-40-7-6598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5:31.639"/>
    </inkml:context>
    <inkml:brush xml:id="br0">
      <inkml:brushProperty name="width" value="0.035" units="cm"/>
      <inkml:brushProperty name="height" value="0.035" units="cm"/>
    </inkml:brush>
  </inkml:definitions>
  <inkml:trace contextRef="#ctx0" brushRef="#br0">0 31 24575,'4'-2'0,"0"-1"0,-1 0 0,1 1 0,0 0 0,0 0 0,0 0 0,1 1 0,-1-1 0,0 1 0,9-1 0,47-4 0,-49 6 0,320-2 0,-176 3 0,-136 0 0,-1 1 0,1 0 0,-1 2 0,0 0 0,0 0 0,0 2 0,29 13 0,73 24 0,-96-31 0,-17-4 0,-7-7 0,0-1 0,0 0 0,0 1 0,0-1 0,0 0 0,0 1 0,0-1 0,0 0 0,-1 1 0,1-1 0,0 0 0,0 0 0,0 1 0,-1-1 0,1 0 0,0 0 0,0 1 0,-1-1 0,1 0 0,0 0 0,-1 0 0,1 1 0,0-1 0,-1 0 0,1 0 0,0 0 0,-1 0 0,1 0 0,0 0 0,-1 0 0,0 0 0,-14 4 0,-1-1 0,0-1 0,-19 0 0,-12 2 0,-57 10-1365,61-9-5461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5:49.905"/>
    </inkml:context>
    <inkml:brush xml:id="br0">
      <inkml:brushProperty name="width" value="0.035" units="cm"/>
      <inkml:brushProperty name="height" value="0.035" units="cm"/>
    </inkml:brush>
  </inkml:definitions>
  <inkml:trace contextRef="#ctx0" brushRef="#br0">1 1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7:07.641"/>
    </inkml:context>
    <inkml:brush xml:id="br0">
      <inkml:brushProperty name="width" value="0.035" units="cm"/>
      <inkml:brushProperty name="height" value="0.035" units="cm"/>
    </inkml:brush>
  </inkml:definitions>
  <inkml:trace contextRef="#ctx0" brushRef="#br0">1586 1 24575,'-3'1'0,"1"0"0,-1 1 0,1-1 0,-1 1 0,1-1 0,-1 1 0,1 0 0,0 0 0,0 0 0,0 0 0,0 0 0,0 1 0,0-1 0,-2 6 0,4-8 0,-30 46 0,-30 65 0,35-62 0,-48 71 0,54-97 0,-42 41 0,44-49 0,1 1 0,1 1 0,0 0 0,-23 37 0,-30 78 0,35-63 0,-60 90 0,69-121 0,-30 65 0,36-65 0,-46 70 0,18-40 0,25-36 0,-1-1 0,-46 51 0,34-46 0,2 1 0,-29 44 0,-48 88 0,72-110 0,-2-1 0,-73 84 0,-19 16 114,55-62-1593,38-51-5347</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7:11.968"/>
    </inkml:context>
    <inkml:brush xml:id="br0">
      <inkml:brushProperty name="width" value="0.035" units="cm"/>
      <inkml:brushProperty name="height" value="0.035" units="cm"/>
    </inkml:brush>
  </inkml:definitions>
  <inkml:trace contextRef="#ctx0" brushRef="#br0">1 1 24575,'2'0'0,"0"1"0,1 0 0,-1 0 0,0 0 0,0 0 0,0 1 0,0-1 0,0 1 0,0-1 0,-1 1 0,1-1 0,0 1 0,-1 0 0,3 3 0,2 2 0,98 90 0,-11-11 0,270 257 0,41 40 0,-349-328 0,-3 2 0,76 110 0,-104-131 0,1-2 0,2-1 0,59 55 0,182 166 0,-247-237 0,0-2 0,1 0 0,0-2 0,39 18 0,-28-15 0,38 25 0,-5 6 0,-2 2 0,65 65 0,-53-42 0,101 75 0,-137-117-1365,-7-4-5461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7:16.192"/>
    </inkml:context>
    <inkml:brush xml:id="br0">
      <inkml:brushProperty name="width" value="0.035" units="cm"/>
      <inkml:brushProperty name="height" value="0.035" units="cm"/>
    </inkml:brush>
  </inkml:definitions>
  <inkml:trace contextRef="#ctx0" brushRef="#br0">1 1 24575,'50'45'0,"87"62"0,-95-76 0,93 79 0,-71-57 0,238 238 0,-188-175 0,21 21 0,165 160 0,-130-147 0,-103-92 0,-2-7 0,2-3 0,112 61 0,-145-88 0,-1 1 0,-1 1 0,-1 2 0,-2 2 0,30 31 0,-17-17 0,64 48 0,4 3 0,93 75 0,-113-98 0,-24-20-1365,-39-29-5461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7:18.609"/>
    </inkml:context>
    <inkml:brush xml:id="br0">
      <inkml:brushProperty name="width" value="0.035" units="cm"/>
      <inkml:brushProperty name="height" value="0.035" units="cm"/>
    </inkml:brush>
  </inkml:definitions>
  <inkml:trace contextRef="#ctx0" brushRef="#br0">1420 1 24575,'-3'1'0,"1"0"0,-1 0 0,1 1 0,0-1 0,-1 1 0,1-1 0,0 1 0,0 0 0,0 0 0,0 0 0,0 0 0,0 0 0,1 0 0,-1 1 0,-2 4 0,-6 10 0,1 1 0,1 1 0,0-1 0,-6 24 0,-16 85 0,10-37 0,14-61 0,-2-1 0,-1 1 0,-2-2 0,0 1 0,-27 45 0,-19 19 0,31-48 0,-2 0 0,-2-2 0,-36 39 0,64-79 0,-71 75 0,-75 101 0,101-118 0,26-33 0,0 1 0,-30 54 0,12-8 0,18-37 0,-25 64 0,31-66 0,-1-1 0,-2 0 0,-1-2 0,-47 61 0,36-50 0,-28 55 0,43-68 0,-2-1 0,-1-1 0,-1-1 0,-1 0 0,-37 36 0,36-45-341,-2-1 0,0-1-1,-41 20 1,38-21-6485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7:52.621"/>
    </inkml:context>
    <inkml:brush xml:id="br0">
      <inkml:brushProperty name="width" value="0.035" units="cm"/>
      <inkml:brushProperty name="height" value="0.035" units="cm"/>
    </inkml:brush>
  </inkml:definitions>
  <inkml:trace contextRef="#ctx0" brushRef="#br0">0 0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9:23.427"/>
    </inkml:context>
    <inkml:brush xml:id="br0">
      <inkml:brushProperty name="width" value="0.05" units="cm"/>
      <inkml:brushProperty name="height" value="0.05" units="cm"/>
      <inkml:brushProperty name="color" value="#AE198D"/>
      <inkml:brushProperty name="inkEffects" value="galaxy"/>
      <inkml:brushProperty name="anchorX" value="2628.75903"/>
      <inkml:brushProperty name="anchorY" value="-1.61516"/>
      <inkml:brushProperty name="scaleFactor" value="0.5"/>
    </inkml:brush>
  </inkml:definitions>
  <inkml:trace contextRef="#ctx0" brushRef="#br0">93 0 24575,'0'0'0,"0"5"0,0 8 0,0 11 0,0 12 0,0 4 0,0 1 0,0-2 0,0 5 0,0 3 0,0-1 0,-6 3 0,0-3 0,0-4 0,1-4 0,2-2 0,0 3 0,-4-2 0,0-1 0,1-1 0,1 4 0,1-1 0,-4-1 0,1-1 0,0 10 0,2-2 0,1 0 0,2-3 0,1 2 0,1-2 0,0-2 0,0-3 0,0 10 0,1-2 0,-1-1 0,0 10 0,0-3 0,0-4 0,0-3 0,0 1 0,0-3 0,0-2 0,0-3 0,0 3 0,0-1 0,0-1 0,0-2 0,0 5 0,0-2 0,0-1 0,6-1 0,1 10 0,-1-2 0,-1 0 0,-1-4 0,4-2 0,0-3 0,-1-3 0,-2-1 0,-1-1 0,-2 6 0,-1 0 0,-1 0 0,0-1 0,0 4 0,0 0 0,-1-2 0,1-1 0,0 4 0,0-1 0,0 4 0,0-1 0,0 4 0,0-2 0,0-3 0,0-3 0,0 3 0,0-2 0,6-2 0,0-1 0,0 3 0,-1-1 0,-2 0 0,-1-3 0,0 5 0,-2-2 0,0 11 0,0 5 0,0-1 0,-1-5 0,1-4 0,0 1 0,0-4 0,0-2 0,0-3 0,0 3 0,0-1 0,0 5 0,0-2 0,0 5 0,0-3 0,0-2 0,0-3 0,0 3 0,0-2 0,0-2 0,0-1 0,0 3 0,0-1 0,0-1 0,0-1 0,0 3 0,0 0 0,0-2 0,0 5 0,0 4 0,0-1 0,0-3 0,0-3 0,0 3 0,0-2 0,0-2 0,0-2 0,6 3 0,0 0 0,1-2 0,-2-2 0,-1 10 0,-2 0 0,6 4 0,4-2 0,1-3 0,-2-4 0,-3-4 0,-2-3 0,-3 5 0,-1-2 0,-2 0 0,0-1 0,0 4 0,-1 0 0,1-2 0,-1-2 0,1 11 0,0-1 0,0-1 0,0-4 0,0 4 0,0-3 0,0-3 0,0-1 0,0 2 0,0 0 0,0-2 0,0 16 0,0-1 0,0-1 0,0-5 0,0 2 0,0-5 0,0-3 0,0-3 0,0 2 0,0-1 0,0-1 0,0-2 0,0 5 0,0-2 0,0-1 0,0-2 0,0 11 0,0-1 0,0-2 0,0-2 0,0 3 0,0-4 0,0-1 0,0-3 0,0 4 0,0-1 0,0-2 0,0-2 0,0-2 0,0-1 0,0 0 0,0-2 0,0 0 0,0 6 0,0 0 0,0 0 0,0 5 0,6 5 0,0-1 0,1-2 0,-2-3 0,-1 2 0,-2-2 0,-1-2 0,0-3 0,-1 5 0,0-2 0,-1-1 0,1-1 0,0 9 0,0 0 0,0-1 0,0-4 0,0 4 0,0-4 0,0-1 0,0-3 0,0 4 0,0-2 0,0 0 0,0-3 0,0 5 0,0-2 0,0-1 0,0-2 0,0 17 0,0-1 0,0-1 0,0 2 0,0 7 0,0-3 0,0 1 0,5-5 0,-2-48 0,-1 1 0,-1 1 0,1-1 0,1 0 0,5 10 0,-7-12 0,2 1 0,0-1 0,-1 1 0,1-1 0,0 0 0,6 5 0,-6-5 0,1 0 0,-1-1 0,1 0 0,0 0 0,8 4 0,20 3 0,14-6 0,0-3 0,-1-1 0,-3-2 0,-4 1 0,-2 0 0,-3 1 0,-2 0 0,0 1 0,4 0 0,1 0 0,0 0 0,-1 0 0,5 0 0,10-6 0,0 0 0,4 0 0,-3 2 0,-5 0 0,-5 2 0,2 0 0,-3 2 0,-3 0 0,-2 0 0,4 0 0,-7 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9:31.523"/>
    </inkml:context>
    <inkml:brush xml:id="br0">
      <inkml:brushProperty name="width" value="0.05" units="cm"/>
      <inkml:brushProperty name="height" value="0.05" units="cm"/>
      <inkml:brushProperty name="color" value="#AE198D"/>
      <inkml:brushProperty name="inkEffects" value="galaxy"/>
      <inkml:brushProperty name="anchorX" value="502.2691"/>
      <inkml:brushProperty name="anchorY" value="-9979.77734"/>
      <inkml:brushProperty name="scaleFactor" value="0.5"/>
    </inkml:brush>
  </inkml:definitions>
  <inkml:trace contextRef="#ctx0" brushRef="#br0">231 0 24575,'0'0'0,"5"0"0,14 0 0,6 0 0,5 0 0,2 0 0,20 0 0,-1 0 0,7 12 0,-5 0 0,-4 1 0,-6-3 0,7-3 0,8-2 0,-1 3 0,2 0 0,-6-2 0,-6-1 0,-5-2 0,1-1 0,-4-1 0,-2-1 0,-2 0 0,4 0 0,5 0 0,-1-1 0,-2 1 0,4 0 0,-21 0 0,-16 0 0,-20 0 0,-12 0 0,-14 0 0,-3 0 0,-2 0 0,2 0 0,-4 0 0,3 0 0,3 0 0,2 0 0,-3 0 0,1 0 0,2 0 0,2 0 0,-4 0 0,0 0 0,2 0 0,-5 0 0,-4 0 0,2 0 0,1 0 0,4 0 0,-3 0 0,2 0 0,2 0 0,3 0 0,-5 0 0,2 0 0,1 0 0,1 0 0,-3 0 0,0 0 0,2 6 0,14 0 0,13 0 0,21-1 0,11-2 0,8-1 0,4 0 0,8-2 0,-1 0 0,0 0 0,-3 0 0,-2 0 0,-2-1 0,-2 1 0,-2 0 0,1 0 0,4 0 0,1 0 0,0 0 0,-1 0 0,11 0 0,-1 0 0,-1 0 0,-3 0 0,2 0 0,-2 0 0,-2 0 0,-3 0 0,4 0 0,-2 0 0,-1 0 0,-1 0 0,3 0 0,0 0 0,-2 0 0,-2 0 0,-1-6 0,-8-6 0,-13 0 0,-13 12 0,0-1 0,1 1 0,-1 0 0,0-1 0,0 1 0,0-1 0,0 1 0,0-1 0,1 1 0,-1-1 0,0 1 0,0 0 0,0-1 0,0 1 0,0-1 0,-1 1 0,1-1 0,0 1 0,0-1 0,0 1 0,0-1 0,0 1 0,-1 0 0,1-1 0,-12-8 0,-9 3 0,-12 2 0,-9 8 0,-3 2 0,-17 1 0,-5 4 0,4-1 0,7-1 0,7-2 0,7-3 0,5 5 0,-8-2 0,3 0 0,0-2 0,3-2 0,-3-1 0,2-1 0,2-1 0,2 0 0,-4 0 0,2 0 0,1-1 0,1 1 0,-3 0 0,0 0 0,2 0 0,2 0 0,1 0 0,2 0 0,0 0 0,14 0 0,17 0 0,2 0 0,13 0 0,9 0 0,7 0 0,9 0 0,1 0 0,0 0 0,-2 0 0,4 0 0,10 0 0,-1 0 0,4 0 0,-4 0 0,-6 0 0,-4 0 0,8 0 0,-3 0 0,-2 0 0,8 0 0,-3 0 0,-3 0 0,-4 0 0,2 0 0,-3 0 0,-2 0 0,-4 0 0,5 0 0,4 0 0,-1 0 0,-13 0 0,-17 0 0,-11 0 0,-5 0 0,-16 0 0,-10 0 0,-6 0 0,-2 0 0,-6 0 0,1 0 0,-4 0 0,-10 0 0,2 0 0,-3 0 0,-1 0 0,6 0 0,4 0 0,7 0 0,-2 0 0,-9-12 0,2 0 0,-3-1 0,4 3 0,4 3 0,4 2 0,-13-3 0,2 0 0,2 2 0,-1 1 0,4 2 0,5 1 0,-3-5 0,16 0 0,15 1 0,14 6 0,0 0 0,0 0 0,0 0 0,-1 0 0,1 0 0,0 0 0,0-1 0,0 1 0,0 0 0,0 0 0,0 0 0,0 0 0,0 0 0,0 0 0,0 0 0,0 0 0,0-1 0,0 1 0,0 0 0,0 0 0,0 0 0,0 0 0,0 0 0,0 0 0,0 0 0,0-1 0,0 1 0,0 0 0,0 0 0,0 0 0,0 0 0,0 0 0,0 0 0,0 0 0,0-1 0,0 1 0,0 0 0,0 0 0,0 0 0,0 0 0,0 0 0,0 0 0,0 0 0,0 0 0,1 0 0,-1 0 0,0-1 0,0 1 0,0 0 0,0 0 0,0 0 0,0 0 0,0 0 0,1 0 0,-1 0 0,0 0 0,0 0 0,14-3 0,14 0 0,7 2 0,3 1 0,12 0 0,0 6 0,-3 1 0,-3 0 0,-5-2 0,3-1 0,-3-2 0,-1 0 0,-3-2 0,4 0 0,-1 0 0,-1 0 0,-2 0 0,5-1 0,-2 1 0,0 0 0,-3 0 0,11 0 0,-1 0 0,-2 0 0,-2 0 0,2 0 0,-2 0 0,-2 0 0,-3 0 0,4 0 0,-1 0 0,-8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9:37.626"/>
    </inkml:context>
    <inkml:brush xml:id="br0">
      <inkml:brushProperty name="width" value="0.05" units="cm"/>
      <inkml:brushProperty name="height" value="0.05" units="cm"/>
      <inkml:brushProperty name="color" value="#AE198D"/>
      <inkml:brushProperty name="inkEffects" value="galaxy"/>
      <inkml:brushProperty name="anchorX" value="-1359.45679"/>
      <inkml:brushProperty name="anchorY" value="-10886.44727"/>
      <inkml:brushProperty name="scaleFactor" value="0.5"/>
    </inkml:brush>
  </inkml:definitions>
  <inkml:trace contextRef="#ctx0" brushRef="#br0">1 20 24575,'0'0'0,"0"-6"0,6-1 0,6 1 0,12 7 0,6 7 0,3 8 0,2 6 0,0 5 0,-1 3 0,-2 1 0,0 0 0,-1 1 0,12 0 0,0-1 0,-1 0 0,-2 0 0,-8-1 0,-28-22 0,-1-3 0,1 2 0,0-1 0,3 10 0,-5-9 0,-1 0 0,1 0 0,-1 0 0,1 14 0,-1-14 0,-2 1 0,1 0 0,-1 1 0,-2 8 0,-13 47 0,-7-2 0,-5-5 0,-3-7 0,-2 0 0,0-6 0,7-4 0,-6 2 0,7-2 0,5-2 0,0 9 0,-6 5 0,9-20 0,11-16 0,7-14 0,3-4 0,11-12 0,7-9 0,12-19 0,3-9 0,-5-1 0,-1 2 0,-7 4 0,-7 6 0,-7 3 0,2 4 0,-4-4 0,16-11 0,-1 0 0,-2-5 0,1 3 0,2 5 0,1 4 0,-10 10 0,-11 10 0,-4 20 0,0 0 0,0 1 0,0-1 0,0 0 0,0 1 0,-1-1 0,1 0 0,0 1 0,0-1 0,-1 0 0,1 1 0,0-1 0,-1 1 0,1-1 0,-1 1 0,1-1 0,-1 1 0,1-1 0,-1 1 0,0-1 0,-16-6 0,-19 5 0,-11-10 0,-3-11 0,1-6 0,4 2 0,5 5 0,-9-1 0,3 1 0,8 3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9:42.250"/>
    </inkml:context>
    <inkml:brush xml:id="br0">
      <inkml:brushProperty name="width" value="0.05" units="cm"/>
      <inkml:brushProperty name="height" value="0.05" units="cm"/>
      <inkml:brushProperty name="color" value="#AE198D"/>
      <inkml:brushProperty name="inkEffects" value="galaxy"/>
      <inkml:brushProperty name="anchorX" value="-2380.91064"/>
      <inkml:brushProperty name="anchorY" value="-11880.73828"/>
      <inkml:brushProperty name="scaleFactor" value="0.5"/>
    </inkml:brush>
  </inkml:definitions>
  <inkml:trace contextRef="#ctx0" brushRef="#br0">1 20 24575,'0'0'0,"0"-6"0,6-1 0,6 1 0,6 7 0,12 1 0,3 8 0,3 6 0,12 18 0,0 5 0,-2 1 0,-3 1 0,-4-2 0,-4-3 0,-2-2 0,-2-2 0,-1-1 0,-6-1 0,-7 6 0,-16-31 0,0 0 0,0 0 0,0 0 0,0 0 0,-1 6 0,0-6 0,0 0 0,-1 0 0,0 0 0,0 0 0,-2 6 0,-7 24 0,-7-1 0,-4-2 0,-5 0 0,3 4 0,0 1 0,-2-1 0,-1 5 0,-14 5 0,-1-1 0,-1-2 0,14-22 0,28-20 0,-1-1 0,1 1 0,-1-1 0,1 1 0,-1-1 0,0 1 0,0-1 0,1 0 0,-1 1 0,0-1 0,0 0 0,1 0 0,-1 1 0,0-1 0,0 0 0,0 0 0,0 0 0,-1-1 0,2 0 0,-1 1 0,1-1 0,0 1 0,-1-1 0,1 0 0,0 1 0,0-1 0,-1 1 0,1-1 0,0 0 0,0 0 0,0 1 0,0-1 0,0 0 0,0 1 0,0-1 0,0 0 0,0 1 0,0-1 0,0-1 0,14-24 0,9-8 0,13-8 0,3-2 0,-4 2 0,-2 2 0,-2-3 0,-7 3 0,-1 1 0,0 9 0,1 3 0,-4 1 0,-21 24 0,2 0 0,-1 0 0,1 0 0,0 0 0,-1 0 0,0 0 0,1 0 0,-1 0 0,0 0 0,0 0 0,0-2 0,0 1 0,0 0 0,-1 1 0,0-1 0,1 1 0,-1-1 0,0 1 0,0-1 0,-2-3 0,-16-21 0,-7 4 0,-3 6 0,-4 6 0,-12-8 0,0 4 0,0-5 0,3 4 0,3-2 0,4 2 0,2-1 0,8 3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9:42.484"/>
    </inkml:context>
    <inkml:brush xml:id="br0">
      <inkml:brushProperty name="width" value="0.05" units="cm"/>
      <inkml:brushProperty name="height" value="0.05" units="cm"/>
      <inkml:brushProperty name="color" value="#AE198D"/>
      <inkml:brushProperty name="inkEffects" value="galaxy"/>
      <inkml:brushProperty name="anchorX" value="-3319.25854"/>
      <inkml:brushProperty name="anchorY" value="-12930.8457"/>
      <inkml:brushProperty name="scaleFactor" value="0.5"/>
    </inkml:brush>
  </inkml:definitions>
  <inkml:trace contextRef="#ctx0" brushRef="#br0">1 0 24575,'0'0'0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25T12:49:47.067"/>
    </inkml:context>
    <inkml:brush xml:id="br0">
      <inkml:brushProperty name="width" value="0.05" units="cm"/>
      <inkml:brushProperty name="height" value="0.05" units="cm"/>
      <inkml:brushProperty name="color" value="#AE198D"/>
      <inkml:brushProperty name="inkEffects" value="galaxy"/>
      <inkml:brushProperty name="anchorX" value="-4165.92529"/>
      <inkml:brushProperty name="anchorY" value="-13777.51172"/>
      <inkml:brushProperty name="scaleFactor" value="0.5"/>
    </inkml:brush>
  </inkml:definitions>
  <inkml:trace contextRef="#ctx0" brushRef="#br0">1 29 24575,'0'0'0,"5"-6"0,20-1 0,6 1 0,5 0 0,2 3 0,-30 5 0,-1-1 0,1 0 0,12 5 0,22 11 0,-2 7 0,-2 5 0,-9 2 0,-9 1 0,-6 6 0,-2 1 0,3-1 0,4-2 0,-3-1 0,-8-2 0,-8-29 0,0 0 0,0 0 0,0-1 0,-1 1 0,1 0 0,-2 4 0,-10 23 0,-9-1 0,-5 0 0,-3 0 0,4 0 0,5 6 0,0 0 0,5 0 0,-1 0 0,-3-2 0,3-2 0,3 0 0,-1-1 0,-4 5 0,-3-6 0,2-12 0,19-18 0,-1 1 0,0-1 0,0 1 0,1-1 0,-1 1 0,0-1 0,0 0 0,0 0 0,0 1 0,0-1 0,0 0 0,1 0 0,-1 0 0,0 0 0,0 0 0,-1 0 0,1 0 0,1 0 0,-1 0 0,1 0 0,-1 0 0,0-1 0,1 1 0,-1 0 0,1-1 0,-1 1 0,1 0 0,-1-1 0,1 1 0,-1-1 0,1 1 0,-1-1 0,1 1 0,0-1 0,-1 1 0,0-2 0,-5-16 0,2-14 0,3-4 0,1-2 0,1 0 0,6 2 0,5 1 0,2 2 0,3 1 0,5 1 0,2-5 0,4 0 0,1 6 0,1 1 0,7-5 0,0 7 0,0 5 0,-1 7 0,-14 6 0,-14 4 0,-25-2 0,-11 1 0,-9-5 0,-2-5 0,0-5 0,1-4 0,-10-3 0,-4-8 0,1-7 0,10 5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15:47.998"/>
    </inkml:context>
    <inkml:brush xml:id="br0">
      <inkml:brushProperty name="width" value="0.035" units="cm"/>
      <inkml:brushProperty name="height" value="0.035" units="cm"/>
      <inkml:brushProperty name="color" value="#E71224"/>
    </inkml:brush>
  </inkml:definitions>
  <inkml:trace contextRef="#ctx0" brushRef="#br0">355 1 24575,'1'0'0,"0"0"0,-1 0 0,1 1 0,0-1 0,0 0 0,0 1 0,0-1 0,0 0 0,-1 1 0,1-1 0,0 1 0,0 0 0,-1-1 0,1 1 0,0 0 0,-1-1 0,1 1 0,-1 0 0,1-1 0,-1 1 0,1 0 0,-1 0 0,0 0 0,1 0 0,-1 0 0,0-1 0,1 1 0,-1 0 0,0 0 0,0 0 0,0 0 0,0 0 0,0 0 0,0 1 0,-3 38 0,2-33 0,-1 10 0,-1 0 0,-1 0 0,-1 0 0,0-1 0,-13 28 0,-48 70 0,43-77 0,-28 60 0,13 9 0,29-77 0,-1 0 0,-2 0 0,-1-1 0,-19 31 0,26-49 0,4-6 0,0-1 0,0 1 0,-1 0 0,0-1 0,0 1 0,0-1 0,0 0 0,0 0 0,-4 3 0,6-6 0,1 0 0,-1 0 0,1 1 0,-1-1 0,1 0 0,-1 0 0,1 0 0,-1 0 0,1 0 0,-1 0 0,1 0 0,-1 0 0,1 0 0,-1 0 0,1 0 0,-1 0 0,1 0 0,-1 0 0,1-1 0,-1 1 0,1 0 0,-1 0 0,1-1 0,-1 1 0,1 0 0,0-1 0,-1 1 0,1 0 0,-1-1 0,1 1 0,0 0 0,-1-1 0,1 1 0,0-1 0,0 1 0,-1-1 0,1 1 0,0 0 0,0-1 0,0 1 0,0-1 0,-1 1 0,1-1 0,0-1 0,-4-25 0,4 26 0,0-39 0,2-1 0,2 1 0,1 0 0,14-48 0,-13 57 0,1 1 0,2 0 0,1 1 0,2 0 0,0 0 0,18-27 0,97-155 0,-126 208 0,1 0 0,0 0 0,0 1 0,0-1 0,0 1 0,0 0 0,0 0 0,4-3 0,-6 5 0,1 0 0,-1 0 0,0-1 0,0 1 0,1 0 0,-1 0 0,0 0 0,0 0 0,1 0 0,-1 0 0,0 0 0,1 0 0,-1 0 0,0 0 0,0 0 0,1 0 0,-1 0 0,0 0 0,0 0 0,1 1 0,-1-1 0,0 0 0,0 0 0,1 0 0,-1 0 0,0 0 0,0 1 0,1-1 0,-1 0 0,0 0 0,1 1 0,4 16 0,-4 3 0,0 1 0,-2 0 0,0 0 0,-1-1 0,-1 1 0,-1 0 0,-1-1 0,-1 0 0,-9 21 0,-4 5 0,-2-1 0,-46 72 0,17-45-7,31-47-332,1 0-1,1 2 1,-19 41-1,21-28-6486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15:51.737"/>
    </inkml:context>
    <inkml:brush xml:id="br0">
      <inkml:brushProperty name="width" value="0.035" units="cm"/>
      <inkml:brushProperty name="height" value="0.035" units="cm"/>
      <inkml:brushProperty name="color" value="#E71224"/>
    </inkml:brush>
  </inkml:definitions>
  <inkml:trace contextRef="#ctx0" brushRef="#br0">138 1 24575,'9'0'0,"-1"1"0,1 0 0,0 1 0,-1 0 0,1 0 0,-1 1 0,1 0 0,-1 0 0,0 1 0,0 0 0,8 7 0,8 6 0,43 40 0,-57-48 0,38 38 0,49 65 0,-55-61 0,-23-27 0,-2 2 0,-1 0 0,23 51 0,7 12 0,52 102 0,-98-190 0,1 0 0,0 0 0,-1 0 0,1 1 0,-1-1 0,1 0 0,-1 0 0,0 1 0,1-1 0,-1 0 0,0 1 0,0-1 0,0 0 0,0 1 0,0-1 0,0 0 0,0 1 0,-1-1 0,1 0 0,0 1 0,-1-1 0,1 0 0,-1 0 0,0 2 0,0-2 0,-1 0 0,1-1 0,0 1 0,-1 0 0,1-1 0,0 1 0,-1-1 0,1 1 0,-1-1 0,1 0 0,-1 0 0,1 1 0,0-1 0,-1 0 0,1 0 0,-1 0 0,1-1 0,-2 1 0,-11-3 0,1 0 0,0-1 0,-19-8 0,-28-14 0,-75-46 0,-51-44 0,144 89 0,-19-10 0,31 20 0,-43-32 0,65 42 0,-1 0 0,2-1 0,-1 0 0,1 0 0,0 0 0,0-1 0,1 0 0,1 0 0,-6-11 0,10 17 0,0 1 0,0-1 0,0 0 0,0 1 0,0-1 0,0 0 0,1 1 0,-1-1 0,1 0 0,0 0 0,0 0 0,0 0 0,0 1 0,1-1 0,0-5 0,0 6 0,0 1 0,0-1 0,0 1 0,0-1 0,1 1 0,-1-1 0,0 1 0,1 0 0,-1 0 0,1 0 0,-1 0 0,1 0 0,-1 0 0,1 0 0,0 0 0,-1 1 0,1-1 0,0 0 0,0 1 0,0 0 0,-1-1 0,1 1 0,0 0 0,3 0 0,6 0 0,0 0 0,0 1 0,0 0 0,0 1 0,0 0 0,0 1 0,-1 0 0,1 1 0,-1 0 0,0 0 0,0 1 0,0 1 0,-1-1 0,0 2 0,9 7 0,12 11 0,-1 2 0,45 57 0,-22-16 0,-2 2 0,53 103 0,-100-167 0,1 0 0,-1 1 0,0-1 0,0 1 0,-1 0 0,0 0 0,3 13 0,-5-20 0,0 1 0,0-1 0,0 1 0,1-1 0,-1 1 0,0-1 0,0 1 0,0-1 0,0 1 0,0-1 0,0 1 0,0-1 0,0 1 0,-1-1 0,1 1 0,0-1 0,0 1 0,0-1 0,0 1 0,-1-1 0,1 1 0,0-1 0,0 0 0,-1 1 0,1-1 0,0 1 0,-1-1 0,1 0 0,-1 1 0,1-1 0,0 0 0,-1 1 0,1-1 0,-1 0 0,1 0 0,-1 0 0,1 1 0,-1-1 0,1 0 0,-1 0 0,1 0 0,-1 0 0,1 0 0,-1 0 0,1 0 0,-1 0 0,1 0 0,-1 0 0,1 0 0,-1 0 0,1 0 0,-1 0 0,1-1 0,-1 1 0,1 0 0,-1-1 0,-26-16 0,-18-22 0,2-3 0,2-1 0,1-2 0,3-1 0,2-2 0,-43-79 0,63 98 0,2-2 0,-16-54 0,1 2 0,-18-39 0,45 121 0,1-1 0,-1 1 0,1 0 0,-1-1 0,1 1 0,0-1 0,-1 1 0,1-1 0,0 1 0,0-1 0,0 1 0,0-1 0,1 1 0,-1-1 0,0 1 0,0 0 0,1-1 0,-1 1 0,1-1 0,0 1 0,-1 0 0,1-1 0,0 1 0,1-2 0,0 2 0,0 0 0,-1 0 0,1 0 0,0 0 0,0 1 0,0-1 0,0 1 0,0-1 0,0 1 0,0 0 0,0-1 0,0 1 0,0 0 0,0 0 0,0 1 0,0-1 0,4 1 0,11 4 0,1 0 0,-1 1 0,0 1 0,-1 1 0,23 13 0,0 0 0,-20-11-195,-1 1 0,0 1 0,-1 1 0,-1 0 0,0 1 0,16 17 0,2 8-6631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15:54.939"/>
    </inkml:context>
    <inkml:brush xml:id="br0">
      <inkml:brushProperty name="width" value="0.035" units="cm"/>
      <inkml:brushProperty name="height" value="0.035" units="cm"/>
      <inkml:brushProperty name="color" value="#E71224"/>
    </inkml:brush>
  </inkml:definitions>
  <inkml:trace contextRef="#ctx0" brushRef="#br0">672 20 24575,'-2'-2'0,"0"0"0,0 0 0,0 1 0,0-1 0,0 1 0,0 0 0,0-1 0,0 1 0,0 0 0,-1 0 0,1 0 0,0 1 0,-1-1 0,1 1 0,-1-1 0,1 1 0,0 0 0,-1-1 0,-2 2 0,1-1 0,0 1 0,0 0 0,1 0 0,-1 1 0,1-1 0,-1 1 0,1-1 0,0 1 0,0 0 0,0 0 0,-5 4 0,0 2 0,0 1 0,0-1 0,1 1 0,0 0 0,1 1 0,0 0 0,-6 12 0,-23 72 0,4-8 0,-9 3 0,-60 151 0,-17 47 0,79-192 0,-5 8 0,34-83 0,0 0 0,2 1 0,0 0 0,1 0 0,-6 44 0,8-43-227,0 0-1,-2 0 1,0 0-1,-2-1 1,-10 22-1,1-8-6598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15:57.009"/>
    </inkml:context>
    <inkml:brush xml:id="br0">
      <inkml:brushProperty name="width" value="0.035" units="cm"/>
      <inkml:brushProperty name="height" value="0.035" units="cm"/>
      <inkml:brushProperty name="color" value="#E71224"/>
    </inkml:brush>
  </inkml:definitions>
  <inkml:trace contextRef="#ctx0" brushRef="#br0">0 1 24575,'3'0'0,"0"1"0,-1-1 0,1 1 0,-1 0 0,0 0 0,1 1 0,-1-1 0,0 0 0,0 1 0,1-1 0,-1 1 0,0 0 0,-1-1 0,1 1 0,0 0 0,2 4 0,5 3 0,42 44 0,-2 2 0,68 101 0,-49-55 0,67 110 0,-86-138 0,3-2 0,93 100 0,-134-158 0,64 75 0,33 36 0,11-5-1365,-92-93-5461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16:00.044"/>
    </inkml:context>
    <inkml:brush xml:id="br0">
      <inkml:brushProperty name="width" value="0.035" units="cm"/>
      <inkml:brushProperty name="height" value="0.035" units="cm"/>
      <inkml:brushProperty name="color" value="#E71224"/>
    </inkml:brush>
  </inkml:definitions>
  <inkml:trace contextRef="#ctx0" brushRef="#br0">932 1 24575,'0'4'0,"-1"0"0,0-1 0,0 1 0,0 0 0,-1 0 0,1-1 0,-1 1 0,0-1 0,0 1 0,0-1 0,0 0 0,-4 4 0,0 2 0,-121 187 0,52-79 0,-82 100 0,82-116 0,50-64 0,-30 62 0,12-19 0,-38 74 0,2 0 0,59-121 0,3 2 0,1 0 0,2 1 0,-11 39 0,16-48-32,-1-1 0,-23 41-1,15-29-1235,-5 10-5558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16:09.358"/>
    </inkml:context>
    <inkml:brush xml:id="br0">
      <inkml:brushProperty name="width" value="0.035" units="cm"/>
      <inkml:brushProperty name="height" value="0.035" units="cm"/>
      <inkml:brushProperty name="color" value="#E71224"/>
    </inkml:brush>
  </inkml:definitions>
  <inkml:trace contextRef="#ctx0" brushRef="#br0">115 5 24575,'1'-1'0,"0"1"0,0-1 0,0 1 0,0-1 0,0 1 0,0-1 0,1 1 0,-1 0 0,0 0 0,0 0 0,0 0 0,0 0 0,1 0 0,-1 0 0,0 0 0,0 0 0,0 0 0,0 1 0,0-1 0,0 0 0,1 1 0,-1-1 0,0 1 0,1 1 0,28 16 0,-18-8 0,0 1 0,-1 0 0,0 0 0,-1 1 0,-1 1 0,0 0 0,10 19 0,47 108 0,-40-81 0,55 112 0,62 144 0,-32-51 0,-86-208 0,2-1 0,3-1 0,38 50 0,-42-72 0,2-1 0,1-2 0,1 0 0,48 34 0,-77-62 0,32 21 0,-17-18 0,-16-4 0,1-1 0,-1 1 0,1 0 0,-1 0 0,0 0 0,1-1 0,-1 1 0,1 0 0,-1-1 0,0 1 0,0 0 0,1-1 0,-1 1 0,0 0 0,0-1 0,1 1 0,-1-1 0,0 1 0,0-1 0,0 1 0,0 0 0,1-1 0,-1 1 0,0-1 0,0 1 0,0-1 0,0 1 0,0-1 0,0 1 0,0 0 0,0-1 0,-1 0 0,-1-17 0,-2 1 0,0 0 0,-1-1 0,-1 1 0,-1 1 0,-12-24 0,-4-11 0,3 1 0,-106-245 0,102 243 0,-60-120 0,70 149 0,-1 0 0,0 0 0,-2 2 0,-39-39 0,32 38 0,-1 1 0,0 1 0,-2 1 0,-1 1 0,-35-17 0,-24-5 0,19 10 0,1-3 0,-90-60 0,151 89 0,0 0 0,0 0 0,1-1 0,0 1 0,-1-1 0,2 0 0,-1-1 0,1 1 0,0-1 0,0 0 0,0 0 0,1 0 0,0-1 0,0 1 0,1-1 0,0 0 0,0 0 0,0 1 0,1-1 0,0 0 0,0 0 0,1-14 0,0 13 0,1 1 0,-1-1 0,1 1 0,1 0 0,-1-1 0,1 1 0,1 0 0,-1 0 0,1 0 0,0 0 0,1 0 0,5-8 0,-5 11 0,0 0 0,0 0 0,0 0 0,0 0 0,0 0 0,1 1 0,0 0 0,0 0 0,0 0 0,0 1 0,0-1 0,0 1 0,1 1 0,-1-1 0,1 1 0,-1 0 0,7-1 0,-2 2 0,0-1 0,0 2 0,-1 0 0,1 0 0,0 0 0,-1 1 0,1 1 0,-1 0 0,0 0 0,0 1 0,12 5 0,-5 1 0,1 0 0,-1 0 0,-1 2 0,26 24 0,-33-28 0,-1 1 0,0 0 0,-1 0 0,0 0 0,-1 1 0,1 0 0,-2 0 0,0 0 0,0 1 0,-1-1 0,0 1 0,0 0 0,0 16 0,1 15 0,-3-1 0,-5 54 0,2-44 0,0-20 0,1-16 0,0-1 0,0 1 0,2 0 0,0-1 0,0 1 0,1-1 0,1 1 0,5 15 0,26 42 0,-16-35 0,15 45 0,-18-41 0,2 0 0,2-1 0,1-1 0,48 67 0,-19-28 0,-36-55 0,1-1 0,0 0 0,2 0 0,1-2 0,20 21 0,-25-31 0,0 1 0,-1 0 0,0 1 0,-1 0 0,0 1 0,-1 0 0,0 0 0,-1 1 0,11 26 0,-18-37 0,0-1 0,-1 0 0,1 0 0,-1 1 0,1-1 0,-1 0 0,0 1 0,0-1 0,0 0 0,0 1 0,-1-1 0,0 3 0,1-4 0,0 0 0,-1 0 0,1 0 0,-1 0 0,1 0 0,-1 0 0,1 0 0,-1 0 0,0 0 0,0-1 0,1 1 0,-1 0 0,0 0 0,0-1 0,0 1 0,0 0 0,0-1 0,0 1 0,-1 0 0,0-1 0,-1 1 0,1-1 0,-1 0 0,1 0 0,-1 0 0,0 0 0,1 0 0,-1 0 0,1-1 0,-1 1 0,1-1 0,-1 0 0,1 1 0,0-1 0,-1 0 0,1-1 0,0 1 0,0 0 0,0-1 0,-4-2 0,-29-27 0,1-2 0,-44-55 0,62 68 0,2-1 0,0 0 0,1-1 0,-17-40 0,-28-101 0,25 66 0,-40-120 0,68 203 0,-1 0 0,0 1 0,-1-1 0,-1 1 0,-13-16 0,-51-56 0,53 65 0,0 0 0,2-2 0,1 0 0,-21-36 0,35 54 0,0-1 0,0 1 0,1 0 0,-1-1 0,1 1 0,-1-7 0,2 10 0,0 1 0,0-1 0,0 0 0,0 1 0,0-1 0,0 0 0,0 0 0,0 1 0,0-1 0,0 0 0,1 1 0,-1-1 0,0 0 0,1 1 0,-1-1 0,0 0 0,1 1 0,-1-1 0,0 1 0,1-1 0,-1 0 0,1 1 0,-1-1 0,1 1 0,0 0 0,-1-1 0,1 1 0,-1-1 0,1 1 0,0 0 0,-1-1 0,1 1 0,0 0 0,-1 0 0,1 0 0,0 0 0,-1-1 0,1 1 0,0 0 0,0 0 0,-1 0 0,1 0 0,0 0 0,-1 1 0,1-1 0,1 0 0,6 2 0,-1 0 0,1 0 0,-1 1 0,0 0 0,0 0 0,0 1 0,0 0 0,-1 0 0,1 1 0,-1-1 0,0 1 0,0 1 0,6 7 0,2 3 0,0 0 0,-2 1 0,19 33 0,90 184 0,-98-181 0,-2 1 0,23 91 0,29 93 0,-45-144 0,-22-68 0,1 0 0,1-1 0,22 45 0,-25-62 0,1-1 0,0 0 0,0 0 0,0-1 0,0 1 0,1-2 0,0 1 0,13 7 0,-6-3 0,-14-10 0,0 0 0,0 0 0,0 0 0,0 0 0,0 0 0,0 0 0,0 0 0,0 0 0,0 0 0,1 0 0,-1-1 0,0 1 0,0 0 0,0 0 0,0 0 0,0 0 0,0 0 0,0 0 0,0 0 0,0 0 0,0 0 0,0 0 0,0 0 0,0 0 0,1 0 0,-1 0 0,0 0 0,0 0 0,0 0 0,0 0 0,0 0 0,0 0 0,0 0 0,0 0 0,0 0 0,0 0 0,0 0 0,1 0 0,-1 0 0,0 0 0,0 0 0,0 0 0,0 0 0,0 0 0,0 0 0,0 0 0,0 0 0,0 0 0,0 0 0,0 0 0,0 1 0,0-1 0,0 0 0,0 0 0,0 0 0,1 0 0,-1 0 0,0 0 0,0 0 0,0 0 0,0 0 0,0 0 0,0 0 0,0 1 0,-5-10 0,-12-15 0,-34-43 0,-6-6 0,4-2 0,-58-107 0,3-68 0,63 139 0,0-1 0,-23-55 0,30 73 0,26 62 0,0 0 0,-3 1 0,0 0 0,-23-32 0,33 56 0,-17-25 0,21 31 0,1 0 0,-1-1 0,0 1 0,1 0 0,-1-1 0,1 1 0,-1-1 0,1 1 0,0-1 0,-1 1 0,1-1 0,0 1 0,0-1 0,0 1 0,0-1 0,0 1 0,0-1 0,1 1 0,-1 0 0,1-2 0,-1 2 0,1 1 0,-1-1 0,0 1 0,1 0 0,-1-1 0,1 1 0,-1 0 0,0-1 0,1 1 0,-1 0 0,1 0 0,-1-1 0,1 1 0,-1 0 0,1 0 0,-1 0 0,1 0 0,-1 0 0,1 0 0,-1 0 0,1 0 0,-1 0 0,1 0 0,-1 0 0,1 0 0,0 0 0,0 0 0,10 3 0,0 0 0,0 0 0,-1 1 0,1 1 0,-1-1 0,0 2 0,-1-1 0,14 11 0,-7-4 0,0 1 0,-1 0 0,0 1 0,13 18 0,-14-13 0,-1 0 0,0 2 0,19 42 0,17 70 0,-23-59 0,19 25 0,3 8 0,30 92 0,-50-129 0,4 0 0,2-3 0,85 123 0,-104-164 2,21 44-1,-18-32-1369,-1-6-5458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16:12.014"/>
    </inkml:context>
    <inkml:brush xml:id="br0">
      <inkml:brushProperty name="width" value="0.035" units="cm"/>
      <inkml:brushProperty name="height" value="0.035" units="cm"/>
      <inkml:brushProperty name="color" value="#E71224"/>
    </inkml:brush>
  </inkml:definitions>
  <inkml:trace contextRef="#ctx0" brushRef="#br0">25 1702 24575,'0'0'0,"-1"-1"0,0 1 0,0 0 0,0 0 0,0-1 0,0 1 0,1 0 0,-1-1 0,0 1 0,0-1 0,0 1 0,1-1 0,-1 1 0,0-1 0,1 1 0,-1-1 0,1 0 0,-1 1 0,0-1 0,1 0 0,-1 0 0,1 1 0,0-1 0,-1 0 0,1 0 0,0 0 0,-1-1 0,-4-28 0,4 24 0,0-9 0,1 0 0,0 0 0,1 0 0,1 0 0,0 0 0,1 0 0,6-18 0,43-100 0,-38 100 0,83-205 0,-14 67 0,-64 123 0,0 0 0,36-66 0,53-60 0,23-41 0,-106 167 0,-10 18 0,2 1 0,24-34 0,-21 37 0,1 0 0,1 1 0,1 1 0,37-29 0,-58 52 0,0-1 0,0 1 0,0 0 0,0-1 0,0 1 0,0 0 0,0 0 0,1 1 0,-1-1 0,0 0 0,1 1 0,-1-1 0,3 1 0,-4 0 0,0 1 0,0-1 0,-1 0 0,1 1 0,0-1 0,0 1 0,0-1 0,-1 1 0,1-1 0,0 1 0,-1 0 0,1-1 0,0 1 0,-1 0 0,1 0 0,-1-1 0,1 1 0,-1 0 0,1 0 0,-1 0 0,0 0 0,1 0 0,-1-1 0,0 1 0,0 0 0,0 0 0,1 0 0,-1 0 0,0 0 0,0 0 0,0 0 0,-1 0 0,1 0 0,0 1 0,-1 10 0,0-1 0,-1 1 0,0 0 0,0-1 0,-2 1 0,1-1 0,-8 16 0,-44 75 0,43-81 0,-215 385 0,37-90 0,173-289 0,-20 50 0,2-4 0,-77 163 128,39-77-1621,52-117-5333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16:15.394"/>
    </inkml:context>
    <inkml:brush xml:id="br0">
      <inkml:brushProperty name="width" value="0.035" units="cm"/>
      <inkml:brushProperty name="height" value="0.035" units="cm"/>
      <inkml:brushProperty name="color" value="#E71224"/>
    </inkml:brush>
  </inkml:definitions>
  <inkml:trace contextRef="#ctx0" brushRef="#br0">0 1 24575,'20'7'0,"-1"2"0,-1 0 0,1 2 0,-2 0 0,1 0 0,-2 2 0,0 0 0,16 17 0,9 13 0,54 73 0,6 43 0,-28-39 0,-42-73 0,4 7 0,3-2 0,59 64 0,6-7 0,135 128 0,-72-78 0,-109-108 0,-44-42 0,0 2 0,-1 0 0,-1 1 0,18 22 0,-28-34 0,-1 1 0,1-1 0,-1 1 0,1 0 0,-1-1 0,0 1 0,1 0 0,-1-1 0,0 1 0,0 0 0,1 0 0,-1-1 0,0 1 0,0 0 0,0 0 0,0-1 0,0 1 0,0 0 0,0 0 0,0-1 0,0 1 0,0 0 0,-1-1 0,1 1 0,0 0 0,0 0 0,-1-1 0,0 2 0,0-1 0,0 0 0,0 0 0,0 0 0,0-1 0,-1 1 0,1 0 0,0 0 0,-1-1 0,1 1 0,0-1 0,-1 1 0,1-1 0,-3 1 0,-3 0 0,0 0 0,-1-1 0,1 1 0,-1-1 0,-9-2 0,0-2 0,0 0 0,0-1 0,0-1 0,0-1 0,-27-15 0,-77-54 0,119 75 0,-47-33 0,2-2 0,1-2 0,-62-66 0,98 92 0,1 0 0,0-1 0,1 0 0,0 0 0,1-1 0,0 0 0,1-1 0,-4-14 0,-2-19 0,-9-58 0,15 68 0,-1 0 0,-25-71 0,10 62 0,-2 1 0,-54-75 0,20 34 0,-48-85 0,99 162 14,-1-1-1,0 2 0,0-1 0,-1 1 1,0 1-1,-1-1 0,0 2 1,-16-11-1,1 4-508,0 1 0,-44-15 0,24 13-6331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16:19.652"/>
    </inkml:context>
    <inkml:brush xml:id="br0">
      <inkml:brushProperty name="width" value="0.035" units="cm"/>
      <inkml:brushProperty name="height" value="0.035" units="cm"/>
      <inkml:brushProperty name="color" value="#E71224"/>
    </inkml:brush>
  </inkml:definitions>
  <inkml:trace contextRef="#ctx0" brushRef="#br0">773 1 24575,'-5'2'0,"0"1"0,1 0 0,0 1 0,-1-1 0,1 1 0,1 0 0,-1 0 0,0 0 0,1 0 0,0 1 0,0-1 0,0 1 0,-1 5 0,-5 8 0,2 1 0,-6 23 0,3-8 0,-95 273 0,93-271 0,-1 0 0,-2-1 0,-1-1 0,-32 51 0,-43 66 0,47-75 0,22-35 0,2 0 0,1 2 0,-20 69 0,31-89 0,-1 0 0,-1-1 0,0 0 0,-2-1 0,-1 0 0,0 0 0,-1-2 0,-28 30 0,41-48 0,-1 1 0,1-1 0,0 0 0,-1 1 0,1-1 0,-1 0 0,1 0 0,-1 0 0,0 0 0,1 0 0,-1-1 0,0 1 0,0 0 0,0-1 0,1 1 0,-1-1 0,-3 0 0,4 0 0,0 0 0,0 0 0,0-1 0,0 1 0,0-1 0,0 1 0,0-1 0,0 1 0,0-1 0,0 1 0,1-1 0,-1 0 0,0 0 0,0 1 0,1-1 0,-1 0 0,0 0 0,1 0 0,-1 0 0,1 0 0,-2-1 0,0-6 0,-1 0 0,1 1 0,0-1 0,1 0 0,0 0 0,0-11 0,2-218 0,2 95 0,-3 111 0,5-37 0,-4 57 0,2 0 0,-1 0 0,1 0 0,1 1 0,0-1 0,10-16 0,3-3 0,2 2 0,1 1 0,2 0 0,32-31 0,108-84 0,-153 136 0,-1-1 0,0 0 0,0 0 0,-1-1 0,1 0 0,-2 0 0,0-1 0,0 0 0,0 0 0,-1 0 0,0-1 0,4-12 0,6-35 0,-9 31 0,2 1 0,13-32 0,44-87 0,-60 137 0,-5 12 0,-7 22 0,4-16 0,-15 60 0,4-10 0,-3-2 0,-39 95 0,-84 126 0,139-277 0,-20 37 0,2 1 0,1 1 0,3 1 0,-13 54 0,20-56 0,6-22 0,-2 1 0,0-1 0,-1 1 0,-1-2 0,-1 1 0,-17 34 0,-27 20 0,34-52 0,1 1 0,1 1 0,1 1 0,-17 39 0,18-27-1365,1-5-5461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16:23.491"/>
    </inkml:context>
    <inkml:brush xml:id="br0">
      <inkml:brushProperty name="width" value="0.035" units="cm"/>
      <inkml:brushProperty name="height" value="0.035" units="cm"/>
      <inkml:brushProperty name="color" value="#E71224"/>
    </inkml:brush>
  </inkml:definitions>
  <inkml:trace contextRef="#ctx0" brushRef="#br0">199 1 24575,'-5'0'0,"-2"5"0,-5 17 0,0 10 0,2 5 0,-3 1 0,2-1 0,1-1 0,-2-2 0,-4-2 0,-4 10 0,0 2 0,0-1 0,2-2 0,5-9-8191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3T23:58:18.939"/>
    </inkml:context>
    <inkml:brush xml:id="br0">
      <inkml:brushProperty name="width" value="0.035" units="cm"/>
      <inkml:brushProperty name="height" value="0.035" units="cm"/>
      <inkml:brushProperty name="color" value="#E71224"/>
    </inkml:brush>
  </inkml:definitions>
  <inkml:trace contextRef="#ctx0" brushRef="#br0">713 18 24575,'1'1'0,"0"-1"0,0 0 0,0 1 0,0-1 0,0 0 0,-1 1 0,1-1 0,0 1 0,0-1 0,0 1 0,-1 0 0,1-1 0,0 1 0,-1 0 0,1-1 0,0 1 0,-1 0 0,1 0 0,-1 0 0,1 0 0,-1-1 0,0 1 0,1 0 0,-1 0 0,0 0 0,0 0 0,1 1 0,4 33 0,-4-28 0,1 23 0,-1 1 0,-2-1 0,0 0 0,-2 0 0,-13 53 0,-54 147 0,43-152 0,-34 82 0,-8 24 0,53-141 0,-1 0 0,-41 71 0,7-16 0,-76 124 0,68-124 0,48-83 0,11-14 0,0-1 0,0 0 0,-1 0 0,1 0 0,0 0 0,0 0 0,0 0 0,0 0 0,0 0 0,0 1 0,0-1 0,0 0 0,0 0 0,0 0 0,-1 0 0,1 0 0,0 0 0,0 0 0,0 0 0,0 0 0,0 0 0,0 0 0,0 0 0,-1 0 0,1 0 0,0 0 0,0 0 0,0 0 0,0 0 0,0 0 0,0 0 0,0 0 0,-1 0 0,1 0 0,0 0 0,0 0 0,0 0 0,0 0 0,0 0 0,0 0 0,0 0 0,-1 0 0,1 0 0,0 0 0,0 0 0,0-1 0,0 1 0,0 0 0,0 0 0,0 0 0,0 0 0,0 0 0,0-3 0,0 1 0,0 0 0,0-1 0,0 1 0,1-1 0,-1 1 0,1 0 0,0-1 0,1-3 0,18-38 0,39-62 0,-50 91 0,51-75 0,-40 63 0,-1-1 0,30-60 0,189-422 0,-133 277 0,-69 151 0,13-34 0,-49 114 0,1 1 0,-1-1 0,1 1 0,-1-1 0,0 1 0,1-1 0,-1 1 0,0-1 0,0 0 0,0 1 0,0-1 0,-1-1 0,-5 1 0,-7 10 0,2 1 0,0 1 0,1 1 0,0 0 0,0 1 0,-10 17 0,-39 72 0,39-64 0,1-4 0,-277 479 0,210-359 0,-77 187 0,145-304 0,12-25 0,1 0 0,0 0 0,0 1 0,-3 12 0,43-87 0,14-28 0,137-250 0,-19 33 0,-116 207 0,23-40 0,-27 66 0,-14 25 0,43-90 0,-54 94 0,40-58 0,0-2 0,-56 95 0,-5 8 0,-2 5 0,-19 33 0,-77 106 0,-67 108 0,129-187 0,-214 350 0,40-41 0,110-182 0,93-179 0,0 0 0,1 0 0,1 0 0,0 1 0,-5 16 0,9-25 0,0-1 0,0 0 0,0 0 0,0 0 0,0 0 0,0 0 0,0 0 0,0 0 0,0 0 0,0 0 0,0 0 0,1 0 0,-1 0 0,0 0 0,1 0 0,-1 0 0,1 0 0,-1-1 0,2 3 0,-1-3 0,-1 0 0,1 0 0,0 1 0,0-1 0,0 0 0,-1 0 0,1 0 0,0 0 0,0 0 0,0 0 0,-1 0 0,1 0 0,0 0 0,0 0 0,0-1 0,-1 1 0,1 0 0,0 0 0,0-1 0,-1 1 0,1 0 0,0-1 0,-1 1 0,1-1 0,0 1 0,-1-1 0,1 1 0,-1-1 0,1 0 0,14-14 0,0 0 0,-2-1 0,20-28 0,-18 23 0,58-84 0,-6-3 0,62-135 0,-114 213 0,152-294 0,-66 110 0,-43 84 0,-41 92-1365,-3 3-5461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3T23:58:24.621"/>
    </inkml:context>
    <inkml:brush xml:id="br0">
      <inkml:brushProperty name="width" value="0.035" units="cm"/>
      <inkml:brushProperty name="height" value="0.035" units="cm"/>
      <inkml:brushProperty name="color" value="#E71224"/>
    </inkml:brush>
  </inkml:definitions>
  <inkml:trace contextRef="#ctx0" brushRef="#br0">20 49 24575,'2'16'0,"0"0"0,1 0 0,0 0 0,1-1 0,1 0 0,0 0 0,10 19 0,-5-11 0,32 69 0,64 105 0,-92-171 0,14 38 0,8 15 0,87 135 0,-83-152 0,74 90 0,-45-64 0,104 138 0,-165-211 0,-16-18 0,-23-24 0,-133-174 0,14-18 0,-27-38 0,144 214 0,7 10 0,2 0 0,1-1 0,-19-39 0,-37-68 0,27 52 0,40 61 0,12 28 0,0 0 0,0 0 0,0 0 0,0 0 0,0-1 0,0 1 0,0 0 0,0 0 0,0 0 0,0 0 0,-1-1 0,1 1 0,0 0 0,0 0 0,0 0 0,0 0 0,0-1 0,0 1 0,1 0 0,-1 0 0,0 0 0,0 0 0,0-1 0,0 1 0,0 0 0,0 0 0,0 0 0,0 0 0,0-1 0,0 1 0,0 0 0,1 0 0,-1 0 0,0 0 0,0 0 0,0 0 0,0-1 0,0 1 0,0 0 0,1 0 0,-1 0 0,0 0 0,0 0 0,0 0 0,0 0 0,1 0 0,-1 0 0,0 0 0,0 0 0,0 0 0,0 0 0,1 0 0,-1 0 0,0 0 0,0 0 0,0 0 0,1 0 0,-1 0 0,0 0 0,0 0 0,0 0 0,0 0 0,0 0 0,1 0 0,-1 1 0,0-1 0,0 0 0,0 0 0,6 6 0,-1-1 0,0 1 0,0 0 0,-1 0 0,1 1 0,4 9 0,8 13 0,305 474 0,-297-460 0,3 0 0,1-3 0,67 72 0,-29-49 0,-27-28 0,-3 2 0,34 42 0,51 96 0,-26-35 0,-88-126 0,-8-14 0,-1 0 0,1 0 0,-1 0 0,1 0 0,-1 0 0,1 0 0,-1 0 0,1-1 0,-1 1 0,1 0 0,-1 0 0,1 0 0,-1-1 0,1 1 0,-1 0 0,1 0 0,-1-1 0,1 1 0,0 0 0,-1-1 0,1 1 0,-1 0 0,1-1 0,0 1 0,-1-1 0,-16-16 0,0 0 0,1-1 0,1 0 0,1-1 0,-19-35 0,-6-4 0,-6-8 0,4-2 0,2-2 0,-37-92 0,-119-253 0,142 307 0,-40-77 0,24 78 0,-1 0 0,56 78 0,10 20 0,-1-1 0,1 1 0,-1 0 0,-1 1 0,0-1 0,0 1 0,-11-11 0,17 19 0,0 0 0,-1 0 0,1-1 0,0 1 0,0 0 0,0 0 0,-1 0 0,1-1 0,0 1 0,0 0 0,0 0 0,-1 0 0,1 0 0,0-1 0,-1 1 0,1 0 0,0 0 0,0 0 0,-1 0 0,1 0 0,0 0 0,-1 0 0,1 0 0,0 0 0,0 0 0,-1 0 0,1 0 0,0 0 0,-1 0 0,1 0 0,0 0 0,0 0 0,-1 1 0,1-1 0,0 0 0,0 0 0,-1 0 0,1 0 0,0 1 0,0-1 0,-1 0 0,1 0 0,0 0 0,0 1 0,0-1 0,0 0 0,-1 1 0,0 15 0,5-1 0,1 0 0,0 0 0,1-1 0,1 0 0,0 0 0,17 23 0,-13-19 0,86 126 0,150 172 0,-182-231 0,99 175 0,-134-201 0,25 66 0,6 16 0,-44-108 0,7 17 0,2-1 0,2-1 0,34 44 0,-45-73 0,-10-11 0,0 0 0,-1 0 0,9 15 0,-15-23 0,-1 0 0,1 0 0,0 0 0,0 0 0,0 0 0,0 0 0,0 0 0,0 0 0,-1 0 0,1 0 0,0 0 0,0 0 0,0 0 0,0 0 0,0 0 0,0 0 0,-1 0 0,1 0 0,0 0 0,0 0 0,0 0 0,0 0 0,0 0 0,0 0 0,0 0 0,-1 0 0,1 0 0,0 0 0,0 0 0,0 0 0,0 0 0,0 1 0,0-1 0,0 0 0,0 0 0,-1 0 0,1 0 0,0 0 0,0 0 0,0 0 0,0 0 0,0 1 0,0-1 0,0 0 0,0 0 0,0 0 0,0 0 0,0 0 0,0 0 0,0 1 0,0-1 0,0 0 0,0 0 0,0 0 0,0 0 0,0 0 0,-12-7 0,-38-36 0,-58-63 0,18 15 0,61 62 0,2-1 0,0-1 0,-32-53 0,-51-108 0,89 154 0,14 24 0,-30-53 0,-45-64 0,-100-134 0,84 135-1365,66 93-5461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3T23:58:49.214"/>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3T23:59:54.699"/>
    </inkml:context>
    <inkml:brush xml:id="br0">
      <inkml:brushProperty name="width" value="0.035" units="cm"/>
      <inkml:brushProperty name="height" value="0.035" units="cm"/>
      <inkml:brushProperty name="color" value="#E71224"/>
    </inkml:brush>
  </inkml:definitions>
  <inkml:trace contextRef="#ctx0" brushRef="#br0">1 0 24575,'-1'0'-8191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3T23:59:57.367"/>
    </inkml:context>
    <inkml:brush xml:id="br0">
      <inkml:brushProperty name="width" value="0.035" units="cm"/>
      <inkml:brushProperty name="height" value="0.035" units="cm"/>
      <inkml:brushProperty name="color" value="#E71224"/>
    </inkml:brush>
  </inkml:definitions>
  <inkml:trace contextRef="#ctx0" brushRef="#br0">300 290 24575,'-6'-5'0,"-6"-7"0,-6-6 0,-6-6 0,-9-9 0,-3-3 0,-2 3 0,2 3 0,0-3 0,3-3 0,6 6-8191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3T23:59:58.801"/>
    </inkml:context>
    <inkml:brush xml:id="br0">
      <inkml:brushProperty name="width" value="0.035" units="cm"/>
      <inkml:brushProperty name="height" value="0.035" units="cm"/>
      <inkml:brushProperty name="color" value="#E71224"/>
    </inkml:brush>
  </inkml:definitions>
  <inkml:trace contextRef="#ctx0" brushRef="#br0">83 24 24575,'0'5'0,"-6"2"0,-6-5 0,-6-9 0,-6-8 0,2-1-8191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00:04.059"/>
    </inkml:context>
    <inkml:brush xml:id="br0">
      <inkml:brushProperty name="width" value="0.035" units="cm"/>
      <inkml:brushProperty name="height" value="0.035" units="cm"/>
      <inkml:brushProperty name="color" value="#E71224"/>
    </inkml:brush>
  </inkml:definitions>
  <inkml:trace contextRef="#ctx0" brushRef="#br0">180 4 24575,'-47'-1'0,"31"-1"0,0 2 0,-1 0 0,1 0 0,0 2 0,-26 5 0,41-7 0,1 0 0,-1 0 0,1 0 0,0 0 0,-1 0 0,1 1 0,-1-1 0,1 0 0,0 0 0,-1 0 0,1 1 0,-1-1 0,1 0 0,0 1 0,-1-1 0,1 0 0,0 0 0,0 1 0,-1-1 0,1 1 0,0-1 0,0 0 0,-1 1 0,1-1 0,0 1 0,0-1 0,0 0 0,0 1 0,0 0 0,7 11 0,26 10 0,-27-19 0,144 76 0,-147-76 0,-5-3 0,-11-3 0,-18-9 0,31 12 0,0 0 0,0 0 0,-1 0 0,1 0 0,0 0 0,0 0 0,0 0 0,-1-1 0,1 1 0,0 0 0,0 0 0,-1 0 0,1 0 0,0 0 0,0 0 0,0-1 0,0 1 0,-1 0 0,1 0 0,0 0 0,0 0 0,0-1 0,0 1 0,0 0 0,0 0 0,0 0 0,-1-1 0,1 1 0,0 0 0,0 0 0,0-1 0,0 1 0,0 0 0,0 0 0,0-1 0,0 1 0,0 0 0,0 0 0,0 0 0,0-1 0,0 1 0,0 0 0,1 0 0,-1-1 0,0 1 0,0 0 0,0 0 0,0 0 0,0-1 0,0 1 0,0 0 0,1 0 0,-1 0 0,0 0 0,0-1 0,16 0 0,-2 2 19,-1 2-1,1 0 1,-1 0-1,1 1 1,20 10-1,-5 0-756,36 23 0,-7 1-6088</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00:14.032"/>
    </inkml:context>
    <inkml:brush xml:id="br0">
      <inkml:brushProperty name="width" value="0.035" units="cm"/>
      <inkml:brushProperty name="height" value="0.035" units="cm"/>
      <inkml:brushProperty name="color" value="#E71224"/>
    </inkml:brush>
  </inkml:definitions>
  <inkml:trace contextRef="#ctx0" brushRef="#br0">490 507 24575,'0'-30'0,"2"-1"0,0 1 0,2 0 0,2 0 0,0 1 0,18-50 0,-12 47 0,-1-1 0,-2 0 0,8-60 0,-16 85 0,0 0 0,1 0 0,0 0 0,5-13 0,-7 21 0,0 0 0,0 0 0,0 0 0,0 0 0,0-1 0,0 1 0,0 0 0,0 0 0,0 0 0,0 0 0,0 0 0,0-1 0,0 1 0,0 0 0,0 0 0,1 0 0,-1 0 0,0 0 0,0 0 0,0-1 0,0 1 0,0 0 0,0 0 0,0 0 0,1 0 0,-1 0 0,0 0 0,0 0 0,0 0 0,0 0 0,0 0 0,1 0 0,-1 0 0,0 0 0,0 0 0,0 0 0,0 0 0,1 0 0,-1 0 0,0 0 0,0 0 0,0 0 0,0 0 0,0 0 0,1 0 0,-1 0 0,0 0 0,0 0 0,0 0 0,0 0 0,0 0 0,0 0 0,1 0 0,-1 1 0,0-1 0,0 0 0,0 0 0,0 0 0,0 0 0,0 0 0,0 0 0,0 1 0,0-1 0,1 0 0,-1 0 0,0 0 0,0 0 0,3 12 0,1 12 0,-1 1 0,-2-1 0,0 0 0,-1 0 0,-2 1 0,-1-1 0,0 0 0,-11 35 0,9-45 0,0-1 0,-2 0 0,0 0 0,0 0 0,-11 13 0,-50 53 0,51-61 0,0 1 0,2 0 0,0 1 0,1 0 0,-15 30 0,22-31 0,0 1 0,2 0 0,0 1 0,2-1 0,0 1 0,1 0 0,2 31 0,-2-1 0,1-39 0,-1-1 0,0 1 0,0-1 0,-2 1 0,1-1 0,-7 15 0,-37 62 0,13-29 0,-2 7 0,-60 80 0,81-122 14,0 1 0,-12 31 0,4-8-1421,6-17-5419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4T00:00:19.156"/>
    </inkml:context>
    <inkml:brush xml:id="br0">
      <inkml:brushProperty name="width" value="0.035" units="cm"/>
      <inkml:brushProperty name="height" value="0.035" units="cm"/>
      <inkml:brushProperty name="color" value="#E71224"/>
    </inkml:brush>
  </inkml:definitions>
  <inkml:trace contextRef="#ctx0" brushRef="#br0">1 1030 24575,'0'-8'0,"1"1"0,0-1 0,4-12 0,0-3 0,6-41 0,27-89 0,-26 125 0,1 1 0,2 1 0,0 0 0,1 1 0,30-34 0,-8 8 0,37-50 0,48-69 0,-23 31 75,-49 71-1515,-32 41-5386</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11:07:10.334"/>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991 166 24575,'0'0'0,"-5"-5"0,-8-2 0,-5 1 0,-12 0 0,-9 15 0,32-6 0,-1 1 0,0 0 0,-11 7 0,11-4 0,0 0 0,0 1 0,-10 12 0,-22 27 0,2 13 0,-3 10 0,2-3 0,2-6 0,7-8 0,3-9 0,1 0 0,6 2 0,-6 9 0,-8 4 0,4-3 0,-1 2 0,7-7 0,1 7 0,5-18 0,18-41 0,0 1 0,-1 1 0,1 0 0,-1 0 0,1 0 0,-1 0 0,1 0 0,-1 0 0,0-1 0,1 1 0,-1 0 0,0 0 0,0-1 0,1 1 0,-1-1 0,0 1 0,-1 0 0,1-1 0,1 0 0,-1 0 0,1-1 0,-1 1 0,1 0 0,-1-1 0,1 1 0,0 0 0,-1-1 0,1 1 0,0 0 0,-1-1 0,1 1 0,0-1 0,-1 1 0,1-1 0,0 1 0,0-1 0,0 1 0,-1-1 0,1 1 0,0-1 0,0 1 0,0-1 0,0 1 0,0-1 0,0 1 0,0-2 0,-4-25 0,8 21 0,-3-1 0,1 0 0,1 0 0,4-9 0,11-30 0,8 0 0,2-9 0,3-4 0,0-8 0,0 5 0,13-1 0,-6 8 0,-1 7 0,3 0 0,5-7 0,5 4 0,-2 3 0,-3 5 0,-4 4 0,-4 4 0,-3 3 0,-2 1 0,-2 1 0,0-5 0,-7-1 0,-11 13 0,-13 24 0,1-1 0,0 0 0,0 0 0,0-1 0,0 1 0,0 0 0,0 0 0,0 0 0,0 0 0,0-1 0,0 1 0,0 0 0,0 0 0,0 0 0,0-1 0,0 1 0,0 0 0,0 0 0,0 0 0,0 0 0,0-1 0,0 1 0,0 0 0,0 0 0,-1 0 0,1 0 0,0-1 0,0 1 0,0 0 0,0 0 0,0 0 0,0 0 0,-1 0 0,1-1 0,0 1 0,0 0 0,0 0 0,0 0 0,-1 0 0,1 0 0,0 0 0,0 0 0,0 0 0,-1 0 0,1 0 0,0 0 0,0 0 0,0 0 0,0 0 0,-1 0 0,1 0 0,0 0 0,0 0 0,0 0 0,-1 0 0,1 0 0,0 0 0,0 0 0,-1 0 0,-23 28 0,-21 24 0,-6 19 0,0 1 0,-3 2 0,-8 21 0,4-8 0,11-4 0,7-12 0,6-12 0,3-11 0,2-9 0,1-5 0,6-4 0,-6 4 0,-1 0 0,-2 1 0,6-2 0,0 0 0,0 11 0,5-1 0,-1 0 0,-1-2 0,-2-4 0,-2-2 0,4-2 0,-1-2 0,-1-1 0,-1 0 0,4 6 0,-1 0 0,5-13 0,17-25 0,0 3 0,0-1 0,0 0 0,-1 0 0,1 1 0,0-1 0,0 0 0,-1 0 0,1 0 0,0 1 0,-1-1 0,1 0 0,0 0 0,-1 0 0,1 0 0,0 0 0,-1 0 0,1 1 0,0-1 0,-1 0 0,1 0 0,0 0 0,-1 0 0,1 0 0,0 0 0,-1-1 0,1 1 0,0 0 0,-1 0 0,1 0 0,0 0 0,-1 0 0,1 0 0,0-1 0,-1 1 0,1 0 0,0 0 0,-1 0 0,1-1 0,0 1 0,0-1 0,-1 1 0,1-1 0,-1 0 0,1 0 0,0 0 0,0 0 0,-1 0 0,1 0 0,0 0 0,0 0 0,0 0 0,0 0 0,0 0 0,1-2 0,6-30 0,10-6 0,18-21 0,5 0 0,3 2 0,-1 1 0,9-1 0,-2 7 0,-2-7 0,-4-14 0,7-13 0,-3 5 0,-2 8 0,-4 11 0,2 5 0,-2 9 0,-3 5 0,-8 6 0,-3 4 0,-7 1 0,-1 2 0,7 0 0,-3 0 0,-5 0 0,8 0 0,-17 11 0,-11 17 0,-4 2 0,-12 13 0,-27 27 0,-6 7 0,-1 9 0,2 10 0,5-3 0,-7 0 0,3-8 0,4-7 0,4-7 0,4-5 0,3-4 0,2-3 0,7 0 0,-4 11 0,5 0 0,0 1 0,-1-3 0,-1 4 0,4-2 0,-12 4 0,-1-3 0,-2 11 0,0-3 0,8-3 0,31-50 0,-3 5 0,0-1 0,1 0 0,-1 0 0,0 0 0,1 1 0,0-1 0,-1 0 0,1 1 0,0-1 0,-1 0 0,1 1 0,0-1 0,0 0 0,0 3 0,-1-3 0,2-1 0,-1 0 0,0 0 0,0 1 0,0-1 0,1 0 0,-1 0 0,0 1 0,0-1 0,0 0 0,1 0 0,-1 0 0,0 0 0,1 0 0,-1 1 0,0-1 0,0 0 0,1 0 0,-1 0 0,0 0 0,1 0 0,-1 0 0,0 0 0,0 0 0,1 0 0,-1 0 0,0 0 0,1 0 0,-1 0 0,0 0 0,1 0 0,-1 0 0,0-1 0,0 1 0,1 0 0,-1 0 0,0 0 0,0 0 0,1 0 0,-1-1 0,0 1 0,0 0 0,1-1 0,34-13 0,26-29 0,4-7 0,16-20 0,-4 1 0,-3 5 0,-10 8 0,-4 2 0,-2 7 0,-2-6 0,-5 4 0,-12 3 0,-5 5 0,-5-2 0,-7 3 0,-2-4 0,1 2 0,2 3 0,-4 2 0,2-10 0,1 2 0,2 2 0,3 2 0,-5 4 0,-5 9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11:07:13.762"/>
    </inkml:context>
    <inkml:brush xml:id="br0">
      <inkml:brushProperty name="width" value="0.05" units="cm"/>
      <inkml:brushProperty name="height" value="0.05" units="cm"/>
      <inkml:brushProperty name="color" value="#AE198D"/>
      <inkml:brushProperty name="inkEffects" value="galaxy"/>
      <inkml:brushProperty name="anchorX" value="-889.82617"/>
      <inkml:brushProperty name="anchorY" value="-881.08191"/>
      <inkml:brushProperty name="scaleFactor" value="0.5"/>
    </inkml:brush>
  </inkml:definitions>
  <inkml:trace contextRef="#ctx0" brushRef="#br0">1 1 24575,'0'0'0,"5"10"0,1 10 0,18 29 0,12 16 0,5 10 0,13-4 0,0 4 0,-3-3 0,-5-8 0,7 3 0,-4-9 0,-10-7 0,-4-1 0,-3-5 0,-9-5 0,-7-4 0,-1-3 0,2-1 0,3-2 0,4-1 0,2 7 0,2-1 0,2 1 0,6 11 0,7-1 0,0-1 0,-1-3 0,-2 2 0,-16-15 0,-14-20 0,-27-28 0,-12-13 0,-7-20 0,-16-15 0,0-17 0,-10 3 0,4-3 0,10 10 0,7 5 0,0 5 0,-2 9 0,2 8 0,1-6 0,3 6 0,-3-4 0,1-7 0,8-3 0,1 4 0,-9 0 0,0 5 0,17 13 0,25 40 0,-3-1 0,0-1 0,0 0 0,0 1 0,0-1 0,0 1 0,0-1 0,0 0 0,0 1 0,0-1 0,0 1 0,0-1 0,1 0 0,-1 1 0,0-1 0,0 1 0,0-1 0,1 1 0,-1-1 0,0 1 0,1-1 0,-1 1 0,0-1 0,1 1 0,-1-1 0,1 1 0,-1 0 0,1-1 0,-1 1 0,1 0 0,-1-1 0,1 1 0,-1 0 0,1 0 0,-1 0 0,1-1 0,0 1 0,-1 0 0,1 0 0,0 0 0,3 0 0,0 0 0,1 0 0,-1 1 0,1-1 0,-1 1 0,0 0 0,1 0 0,4 2 0,3 4 0,2-1 0,22 15 0,40 30 0,10 15 0,-6 0 0,-5 2 0,-17-8 0,-10-7 0,-37-36 0,16 28 0,17 18 0,-3-4 0,-1 5 0,-8-6 0,-4-6 0,-1-7 0,5 0 0,-5-4 0,1-3 0,12 15 0,0-1 0,1 4 0,-8-5 0,-8-3 0,-9-7 0,-16-37 0,1 0 0,0 0 0,0 0 0,-1 0 0,0 8 0,0-11 0,0 1 0,0-1 0,-1 1 0,1-1 0,0 1 0,-1-1 0,1 1 0,-1-1 0,0 1 0,1-1 0,-1 0 0,-2 3 0,0-2 0,1-1 0,0 1 0,-1-1 0,1 0 0,0 0 0,-1 0 0,1 0 0,0 0 0,-1 0 0,-2 0 0,-38 5 0,38-9 0,-1 2 0,-1 0 0,1-1 0,0 0 0,-12-5 0,11 3 0,-2 0 0,1-2 0,-16-11 0,7 1 0,-23-24 0,-13-33 0,10 1 0,4 5 0,0-3 0,9 8 0,1 3 0,-4-5 0,6 6 0,0 7 0,6-12 0,0 5 0,-1 4 0,-2 7 0,-2 6 0,5 5 0,4 3 0,0 3 0,4 0 0,-8-5 0,2 0 0,-3 0 0,-2 0 0,-2 2 0,11 6 0,18 27 0,-3-1 0,0 0 0,0 0 0,0 0 0,0 1 0,0-1 0,0 0 0,0 0 0,0 0 0,1 1 0,-1-1 0,0 0 0,1 0 0,-1 1 0,0-1 0,1 0 0,-1 1 0,1-1 0,-1 0 0,1 1 0,-1-1 0,1 1 0,0-1 0,-1 1 0,1-1 0,1 0 0,-2-1 0,3 1 0,-1-1 0,1 1 0,0 0 0,-1 0 0,1 0 0,0 0 0,4-1 0,-4 2 0,3-1 0,-1 1 0,0-1 0,11 2 0,23 8 0,-33-5 0,1 0 0,0-1 0,12 10 0,19 18 0,5 16 0,3 7 0,-1 1 0,4 14 0,-4-5 0,-9 1 0,-4-7 0,-2-2 0,10 5 0,-1-4 0,-4-7 0,-3 1 0,-8-6 0,-7-4 0,-1 2 0,-4 9 0,-4-7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11:07:18.773"/>
    </inkml:context>
    <inkml:brush xml:id="br0">
      <inkml:brushProperty name="width" value="0.05" units="cm"/>
      <inkml:brushProperty name="height" value="0.05" units="cm"/>
      <inkml:brushProperty name="color" value="#AE198D"/>
      <inkml:brushProperty name="inkEffects" value="galaxy"/>
      <inkml:brushProperty name="anchorX" value="-2819.38354"/>
      <inkml:brushProperty name="anchorY" value="-2828.68042"/>
      <inkml:brushProperty name="scaleFactor" value="0.5"/>
    </inkml:brush>
  </inkml:definitions>
  <inkml:trace contextRef="#ctx0" brushRef="#br0">306 227 24575,'0'0'0,"-5"0"0,-2 6 0,0 7 0,2 23 0,1 12 0,2 10 0,1 0 0,0 1 0,1 6 0,0 1 0,1-6 0,-1-1 0,0-7 0,0-6 0,0-6 0,0 1 0,0-3 0,0-1 0,0-2 0,0 15 0,0 0 0,0-1 0,0 3 0,0-5 0,0-4 0,0-4 0,0 2 0,0-2 0,0-2 0,0-2 0,0-14 0,0-14 0,0-25 0,0-17 0,0-26 0,0-4 0,0 2 0,0 7 0,0-11 0,0 6 0,0 6 0,0-17 0,0-6 0,0 4 0,0-3 0,0-3 0,0-3 0,0 3 0,0 4 0,0 11 0,0-2 0,0 9 0,0 8 0,0 6 0,0 1 0,0 3 0,0 3 0,0 15 0,0 32 0,0 33 0,0 17 0,0 10 0,0-1 0,0 10 0,0-2 0,0-1 0,0-10 0,0-11 0,0 10 0,0-8 0,0-4 0,0-2 0,0 2 0,0 7 0,0 2 0,0-4 0,0-7 0,0 0 0,0 1 0,0-29 0,0-35 0,0-41 0,-18-31 0,0-16 0,-1-8 0,-2 0 0,3 14 0,5 5 0,4 15 0,3 2 0,-8 5 0,0 9 0,2 8 0,3 2 0,-3-6 0,2 2 0,2-1 0,2 3 0,3 18 0,1 22 0,2 30 0,0 31 0,0 15 0,0 2 0,1 1 0,-1-1 0,0-8 0,1 4 0,-1-8 0,0-6 0,0-6 0,0 0 0,0-4 0,0-3 0,0-2 0,0 4 0,0-2 0,0 0 0,0-2 0,0 4 0,0 0 0,0-2 0,0-2 0,0 11 0,0-1 0,0-1 0,0-4 0,0 4 0,0-39 0,0-22 0,0-33 0,0-9 0,0-19 0,0 2 0,0 7 0,0 4 0,0 10 0,0 8 0,0 7 0,0 5 0,0-2 0,0 1 0,0 1 0,0 1 0,0-5 0,0 2 0,0 0 0,0 1 0,0 3 0,0 0 0,3 27 0,-1 1 0,0 0 0,0 0 0,0 0 0,4-6 0,13-26 0,-1-11 0,-3 0 0,-4 2 0,2 4 0,-3 15 0,-2 16 0,-3 40 0,-1 24 0,-3 20 0,0 14 0,-1 19 0,-1-8 0,1 5 0,-1-8 0,-5 3 0,-1-14 0,1-13 0,-5 10 0,-5-5 0,1 10 0,2-8 0,-2 7 0,3-10 0,3-11 0,2 2 0,4-9 0,1-8 0,-5-6 0,6-41 0,0 1 0,0-1 0,0 1 0,0 0 0,-1 0 0,1-1 0,-4 5 0,6-7 0,-1 0 0,0 0 0,-1 1 0,1-1 0,0 0 0,-1 0 0,1 1 0,0-1 0,-1 0 0,1 1 0,0-1 0,-1 0 0,1 0 0,0 0 0,-1 0 0,1 1 0,-1-1 0,1 0 0,0 0 0,-1 0 0,1 0 0,-1 0 0,1 0 0,0 0 0,-1 0 0,1 0 0,-1 0 0,1 0 0,-1 0 0,1 0 0,0 0 0,-1-1 0,0 1 0,0-8 0,-1 3 0,0 1 0,0-1 0,1 0 0,0 0 0,-1-6 0,-6-44 0,2-19 0,3-10 0,1-12 0,8 8 0,0 12 0,1 13 0,-1 1 0,-2 8 0,-1 7 0,4 1 0,0-8 0,0 3 0,-2-3 0,-2 5 0,-1 4 0,0 5 0,-2-2 0,0 3 0,0 7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11:07:24.193"/>
    </inkml:context>
    <inkml:brush xml:id="br0">
      <inkml:brushProperty name="width" value="0.05" units="cm"/>
      <inkml:brushProperty name="height" value="0.05" units="cm"/>
      <inkml:brushProperty name="color" value="#AE198D"/>
      <inkml:brushProperty name="inkEffects" value="galaxy"/>
      <inkml:brushProperty name="anchorX" value="-1732.06812"/>
      <inkml:brushProperty name="anchorY" value="-2296.23755"/>
      <inkml:brushProperty name="scaleFactor" value="0.5"/>
    </inkml:brush>
  </inkml:definitions>
  <inkml:trace contextRef="#ctx0" brushRef="#br0">376 4572 24575,'0'0'0,"5"0"0,8-5 0,11-8 0,6-5 0,16-11 0,1-4 0,6-15 0,9-7 0,3-10 0,-5 2 0,6 0 0,-1-12 0,-6 1 0,-2-5 0,-6 2 0,-12 9 0,-7-8 0,-3 9 0,-2 2 0,6-21 0,-6 6 0,-5 8 0,-7-1 0,-6-3 0,-4 4 0,-3 1 0,-2-20 0,-1 7 0,0-3 0,-1 5 0,1-18 0,1 4 0,-1-13 0,1-6 0,0 3 0,0 2 0,0 6 0,-7 70 0,-10-49 0,-14-38 0,0 4 0,-13-14 0,-13 6 0,-11-18 0,-4 7 0,-7 1 0,-11 10 0,15 23 0,10 9 0,12 6 0,4 10 0,7 11 0,5 13 0,3 8 0,2 8 0,2 5 0,0 9 0,1 1 0,0 6 0,-7-13 0,-6 3 0,0-1 0,-12-2 0,3 6 0,2-1 0,11 6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11:07:26.736"/>
    </inkml:context>
    <inkml:brush xml:id="br0">
      <inkml:brushProperty name="width" value="0.05" units="cm"/>
      <inkml:brushProperty name="height" value="0.05" units="cm"/>
      <inkml:brushProperty name="color" value="#AE198D"/>
      <inkml:brushProperty name="inkEffects" value="galaxy"/>
      <inkml:brushProperty name="anchorX" value="-509.98181"/>
      <inkml:brushProperty name="anchorY" value="3122.65674"/>
      <inkml:brushProperty name="scaleFactor" value="0.5"/>
    </inkml:brush>
  </inkml:definitions>
  <inkml:trace contextRef="#ctx0" brushRef="#br0">1 2694 24575,'0'0'0,"0"-5"0,0-8 0,0-11 0,0-6 0,0-9 0,6-2 0,6 0 0,0 2 0,6 3 0,3 1 0,9-15 0,4 0 0,1 1 0,1 4 0,-2 4 0,-7-2 0,5-9 0,-1 2 0,1 2 0,12-1 0,0 3 0,6-1 0,-3 3 0,3-9 0,-4 3 0,-3 3 0,-4 5 0,8-3 0,4-1 0,-1-5 0,8-3 0,3-3 0,13-20 0,-4 4 0,-7 0 0,-9 8 0,-8 10 0,10 3 0,-3 7 0,-3 11 0,-6 4 0,-4 4 0,1 0 0,10-6 0,-1-1 0,-3-1 0,8 0 0,15-11 0,8 0 0,-4 7 0,-8 3 0,-4 9 0,3 3 0,-2 0 0,-5-1 0,-7 5 0,-8 4 0,-5 0 0,14 3 0,16-9 0,5 2 0,20-2 0,12 3 0,21-14 0,12 4 0,15-2 0,0 5 0,-4 7 0,-18 0 0,-21 4 0,-23 5 0,-22 3 0,-15 3 0,5-10 0,-5 0 0,-4 1 0,1 3 0,-4 2 0,-3 3 0,-3 2 0,3 1 0,-2 1 0,-1 1 0,-2-1 0,10 1 0,-6-1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11:08:08.615"/>
    </inkml:context>
    <inkml:brush xml:id="br0">
      <inkml:brushProperty name="width" value="0.05" units="cm"/>
      <inkml:brushProperty name="height" value="0.05" units="cm"/>
      <inkml:brushProperty name="color" value="#AE198D"/>
      <inkml:brushProperty name="inkEffects" value="galaxy"/>
      <inkml:brushProperty name="anchorX" value="-5913.83594"/>
      <inkml:brushProperty name="anchorY" value="4967.92676"/>
      <inkml:brushProperty name="scaleFactor" value="0.5"/>
    </inkml:brush>
  </inkml:definitions>
  <inkml:trace contextRef="#ctx0" brushRef="#br0">1 0 24575,'0'0'0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11:08:09.149"/>
    </inkml:context>
    <inkml:brush xml:id="br0">
      <inkml:brushProperty name="width" value="0.05" units="cm"/>
      <inkml:brushProperty name="height" value="0.05" units="cm"/>
      <inkml:brushProperty name="color" value="#AE198D"/>
      <inkml:brushProperty name="inkEffects" value="galaxy"/>
      <inkml:brushProperty name="anchorX" value="-6760.50293"/>
      <inkml:brushProperty name="anchorY" value="4121.25977"/>
      <inkml:brushProperty name="scaleFactor" value="0.5"/>
    </inkml:brush>
  </inkml:definitions>
  <inkml:trace contextRef="#ctx0" brushRef="#br0">1 13 24575,'0'0'0,"5"-5"0,2-2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0T16:22:46.428"/>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199 40 24575,'0'0'0,"0"15"0,0 36 0,0 5 0,0 3 0,6 2 0,0-6 0,6-6 0,6-6 0,10 7 0,-2-4 0,-4-3 0,-5-3 0,0 3 0,-4-3 0,-4-2 0,9 3 0,-3-1 0,-1-2 0,-4-2 0,3 9 0,-2 0 0,-3-1 0,9 2 0,-1 4 0,5-3 0,-4-3 0,-4-5 0,-3 3 0,1 10 0,-2-2 0,5-2 0,-3-5 0,-2-3 0,-2-5 0,3 4 0,5-2 0,-2-1 0,-2-1 0,4-2 0,-3 11 0,-3-1 0,-2 0 0,3-3 0,-2 3 0,-1-2 0,4-2 0,-1-3 0,15 5 0,0-3 0,3-1 0,-4-2 0,0 5 0,-5 4 0,-6 0 0,-4-2 0,-5 2 0,4-1 0,-1-4 0,-1-2 0,4 9 0,5-1 0,-1-2 0,4-2 0,-3-4 0,-3-2 0,-3-3 0,-4-1 0,4 11 0,-2 6 0,5 0 0,-1 5 0,-2-5 0,-2-3 0,15 6 0,-1-2 0,-1-3 0,2 1 0,-5 3 0,2-3 0,-5-4 0,3-4 0,9 15 0,3-2 0,-3-3 0,0 9 0,-5-5 0,7 14 0,6 2 0,2 6 0,7 0 0,0-9 0,-8-8 0,-3-10 0,-2-13 0,-1-13 0,-1-3 0,0 5 0,1-4 0,0 2 0,1-3 0,0-6 0,0 2 0,0-4 0,0-2 0,1-3 0,-1 3 0,-12-1 0,-12-2 0,-13-1 0,-15-1 0,-9-3 0,-4 0 0,-2-7 0,1-6 0,33 9 0,-1 0 0,0 0 0,0 0 0,0 0 0,-6-7 0,-23-26 0,0-4 0,1-7 0,0 1 0,0-4 0,7 4 0,6 3 0,7 4 0,0 3 0,-3 3 0,-4 2 0,-4 1 0,-3-12 0,-14-6 0,-3 0 0,0 2 0,8-8 0,9 3 0,9 3 0,1 0 0,5 3 0,-8-2 0,-4 3 0,3-2 0,3 3 0,-1 2 0,4 4 0,-3-10 0,4 3 0,3 0 0,3 4 0,3-3 0,-4 2 0,-5 3 0,1 2 0,2-4 0,1 2 0,-2 1 0,1 1 0,-9-3 0,1-6 0,2 2 0,-2 1 0,3-3 0,-8-3 0,-3 2 0,3-9 0,-1 3 0,5 4 0,5 4 0,-2 6 0,5 3 0,2 2 0,-3 3 0,-3 0 0,1-5 0,-4-1 0,4 0 0,-4 2 0,3-12 0,-2 1 0,3 1 0,3-8 0,4 1 0,-3 4 0,-5 4 0,2-1 0,1 3 0,-2 2 0,3 3 0,2-3 0,-10-11 0,3 0 0,-4-3 0,3 3 0,3 4 0,5 6 0,-9-3 0,2 3 0,3 3 0,-3-10 0,3 1 0,3 2 0,3 3 0,-4 4 0,3-4 0,1 2 0,-4-4 0,2 2 0,-17-17 0,-5 2 0,3-3 0,-2 5 0,1 6 0,6 17 0,22 30 0,-1 0 0,1-1 0,0 1 0,-1 0 0,1 0 0,-1-1 0,1 1 0,-1 0 0,-3-1 0,5 3 0,-1-1 0,1 0 0,-1 0 0,1 0 0,0 0 0,-1 0 0,1 0 0,-1 0 0,1 0 0,-1 0 0,1 1 0,0-1 0,-1 0 0,1 0 0,-1 1 0,1-1 0,0 0 0,-1 0 0,1 1 0,0-1 0,-1 0 0,1 1 0,0-1 0,0 0 0,-1 1 0,1-1 0,0 1 0,0-1 0,0 1 0,-1-1 0,1 1 0,-6 21 0,3 9 0,2 4 0,6-25 0,-3-1 0,1-1 0,6 13 0,11 28 0,5-2 0,-2-3 0,-5 2 0,0-4 0,-4-3 0,-3-2 0,1-4 0,-1-1 0,-3-1 0,3-1 0,4 0 0,5 6 0,-1 0 0,1 0 0,-3-1 0,-4 11 0,2-2 0,3 0 0,3-3 0,3-3 0,-3-3 0,1 3 0,2 5 0,-4 6 0,1-2 0,1-2 0,-4-4 0,3-4 0,-5-3 0,-5-2 0,4-1 0,-4-2 0,-3 7 0,3 0 0,-1-1 0,-2 0 0,-3-1 0,-2-2 0,2-25 0,-2 0 0,-1-1 0,1 0 0,4 6 0,13 25 0,5 11 0,-4 0 0,-4-2 0,-5-4 0,-5 3 0,3-3 0,-3-3 0,-1-3 0,4 10 0,-1-2 0,11 11 0,-2-2 0,-2-3 0,-4-6 0,-4-4 0,3-4 0,-2-4 0,-2-1 0,-2-1 0,4-1 0,-1 7 0,11 11 0,11 8 0,4-2 0,-3-3 0,-1-5 0,-6-5 0,-8 2 0,1-3 0,-5-2 0,3-3 0,3 5 0,3-1 0,-2-1 0,2 4 0,-4 5 0,8 11 0,8 4 0,-3-3 0,1 0 0,-1-5 0,0-7 0,12 6 0,1-3 0,-1-4 0,-1-5 0,-4 3 0,-2-9 0,-2-2 0,-2-3 0,18-1 0,-1-5 0,-17-13 0,-31-11 0,0 1 0,1 0 0,-1 0 0,1 0 0,-1 0 0,1 0 0,-1 0 0,1 0 0,-1 0 0,1 0 0,-1 0 0,1 0 0,-1 0 0,1 0 0,-1-1 0,1 1 0,-1 0 0,1 0 0,-1-1 0,1 1 0,-1 0 0,0-1 0,1 1 0,-1 0 0,1-1 0,-1 1 0,0 0 0,1-1 0,-1 1 0,0-1 0,1 0 0,-1 1 0,1-1 0,-1-1 0,0 1 0,0 0 0,0 0 0,0 0 0,0 0 0,0 0 0,0 0 0,-1 0 0,1-1 0,0 1 0,-1 0 0,1 0 0,0 0 0,-2-1 0,-7-31 0,-3-5 0,-11-15 0,-5 1 0,3 3 0,-1 3 0,-1-1 0,5 5 0,0-4 0,-1 3 0,-1 3 0,-3 3 0,5 3 0,-1 2 0,-19-11 0,-1 0 0,3 1 0,3 2 0,3 3 0,2 3 0,2 1 0,0 2 0,0 1 0,7 0 0,-1 0 0,1 1 0,4-1 0,-1-6 0,4 0 0,-2-7 0,-7-10 0,2 0 0,-3-9 0,0 4 0,-2 5 0,5-6 0,6 6 0,-1-1 0,5-1 0,4 5 0,-3 4 0,2 6 0,3-2 0,2 3 0,-4-4 0,-5 1 0,-5 3 0,1 3 0,3 1 0,5 3 0,-3 1 0,3-6 0,2 1 0,2 0 0,-3 1 0,1-4 0,2 0 0,-5-4 0,-5 1 0,2 2 0,2 2 0,-3 3 0,3 2 0,2-11 0,-8-5 0,1 1 0,2-4 0,-1 3 0,2 5 0,-8-8 0,2 3 0,-3-2 0,5 3 0,4-1 0,-2 3 0,-2-2 0,3-8 0,-15-3 0,-3 3 0,-3-13 0,-1-1 0,8-5 0,7 6 0,1 8 0,0 10 0,-1 8 0,4 6 0,-2-1 0,-2 1 0,4-4 0,-2 2 0,-2 0 0,-3 3 0,-7-5 0,-3-3 0,0 0 0,5 8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0T16:23:00.099"/>
    </inkml:context>
    <inkml:brush xml:id="br0">
      <inkml:brushProperty name="width" value="0.05" units="cm"/>
      <inkml:brushProperty name="height" value="0.05" units="cm"/>
      <inkml:brushProperty name="color" value="#AE198D"/>
      <inkml:brushProperty name="inkEffects" value="galaxy"/>
      <inkml:brushProperty name="anchorX" value="1045.0719"/>
      <inkml:brushProperty name="anchorY" value="886.31439"/>
      <inkml:brushProperty name="scaleFactor" value="0.5"/>
    </inkml:brush>
  </inkml:definitions>
  <inkml:trace contextRef="#ctx0" brushRef="#br0">549 1091 24575,'0'0'0,"5"-5"0,8-8 0,5 1 0,6-5 0,3-4 0,-4-4 0,-22 22 0,1 0 0,0 0 0,0 0 0,0-1 0,-1 1 0,2-5 0,-3 7 0,0-1 0,1 0 0,-1 0 0,0 0 0,1 0 0,-1 0 0,0 0 0,-1 0 0,0-4 0,1 3 0,-1 1 0,0-1 0,0 1 0,0-1 0,0 1 0,0-1 0,-3-3 0,-15-12 0,-7-2 0,-16-7 0,-2-3 0,-1-2 0,2-1 0,4 1 0,3 0 0,2 0 0,2 1 0,2 0 0,12 7 0,13 12 0,12 18 0,10 13 0,8 7 0,16 12 0,3-4 0,1 0 0,-2-7 0,-15-8 0,-22-12 0,-28-25 0,-12-16 0,-7-7 0,4-4 0,2 1 0,8 4 0,-11-4 0,2 3 0,-1-15 0,1-5 0,7-10 0,-10-13 0,1 6 0,12 14 0,7 23 0,9 24 0,11 30 0,16 35 0,3 9 0,5 3 0,3-3 0,-4-7 0,1-6 0,0 1 0,1-5 0,2-8 0,0-4 0,1-1 0,1-1 0,0 1 0,1 18 0,-1 2 0,1 1 0,-1-3 0,1-4 0,-1 3 0,0-4 0,6-2 0,1-2 0,-1-2 0,-6-2 0,-3-2 0,0 0 0,-1 6 0,1 0 0,-11-6 0,-15-28 0,-1 0 0,1 0 0,0 0 0,-1 0 0,1 0 0,-1 0 0,0 1 0,1 3 0,-1-7 0,0 2 0,0-1 0,-1 1 0,1-1 0,0 0 0,0 1 0,0-1 0,0 1 0,0-1 0,0 0 0,-1 1 0,1-1 0,0 1 0,0-1 0,-1 0 0,1 1 0,0-1 0,0 0 0,-1 1 0,1-1 0,0 0 0,-1 0 0,1 1 0,-1-1 0,1 0 0,0 0 0,-1 0 0,1 1 0,-1-1 0,0 0 0,0 0 0,0 0 0,-1 0 0,1 0 0,0 0 0,0 0 0,0 0 0,-1-1 0,1 1 0,0 0 0,0-1 0,-2 0 0,-33-14 0,-6-7 0,-1-6 0,0-3 0,9-1 0,3-1 0,3 1 0,1 0 0,6 1 0,5 0 0,0-18 0,-2 0 0,-3 0 0,-3 4 0,-9 3 0,-1 5 0,-2 3 0,-11 2 0,24 14 0,14 13 0,16 12 0,12 11 0,7 7 0,-1 4 0,2 15 0,1 1 0,-6 1 0,-5-4 0,0-3 0,8-3 0,3-2 0,2-3 0,2 6 0,0-7 0,6-1 0,0 0 0,5 11 0,0 1 0,-3-6 0,-2-1 0,3-3 0,10 4 0,0 0 0,-3 0 0,-5-7 0,-3-1 0,-4-7 0,-15-6 0,-19-12 0,-4-2 0,-17-13 0,-11-5 0,-12-5 0,-3-4 0,1 4 0,-4-13 0,-9-2 0,3-1 0,-3 2 0,6 0 0,5 3 0,5 2 0,4 0 0,4 2 0,2 0 0,7 0 0,1-6 0,6 12 0,11 12 0,11 14 0,10 11 0,7 3 0,5 6 0,4 2 0,1 4 0,0 1 0,0 1 0,6 7 0,-1 0 0,12 0 0,12 5 0,-2-1 0,2-2 0,-6-2 0,-6-9 0,-6-7 0,-6-3 0,-3 1 0,-3 3 0,-2 1 0,0-3 0,-11-4 0,-22-16 0,4 1 0,0-1 0,0 1 0,0-1 0,0 1 0,0-1 0,0 0 0,0 1 0,0-1 0,0 1 0,-1-1 0,1 0 0,0 1 0,0-1 0,-1 1 0,1-1 0,0 0 0,0 1 0,-1-1 0,1 0 0,0 0 0,-1 1 0,1-1 0,0 0 0,-1 0 0,1 1 0,-1-1 0,1 0 0,0 0 0,-1 0 0,1 0 0,-1 1 0,1-1 0,-1 0 0,0 0 0,0-2 0,-2 2 0,0 0 0,0 0 0,1 0 0,-1-1 0,0 1 0,-5-3 0,-28-6 0,-4-8 0,0 0 0,1-3 0,2-3 0,3-2 0,2-3 0,1-1 0,0-1 0,1 0 0,0-1 0,1 0 0,-1 0 0,-12-5 0,-1-1 0,1 1 0,1 6 0,4 9 0,2 7 0,14 12 0,20 2 0,0 0 0,1 0 0,-1 0 0,0 1 0,1-1 0,-1 0 0,0 0 0,1 1 0,-1-1 0,1 1 0,-1-1 0,0 0 0,1 1 0,-1-1 0,1 1 0,0-1 0,-1 1 0,1-1 0,-1 1 0,0 0 0,3 2 0,-3-2 0,2 1 0,-1 0 0,0 0 0,0-1 0,0 1 0,1 0 0,-1-1 0,1 1 0,0 0 0,1 2 0,15 27 0,15 16 0,5 1 0,2 0 0,12-3 0,-1-4 0,-2-4 0,7-9 0,-3-3 0,-4-7 0,1 0 0,-4-4 0,-5-4 0,-2 2 0,-4 3 0,-2 5 0,-1-2 0,-2 3 0,7 1 0,-6-3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0T16:23:12.580"/>
    </inkml:context>
    <inkml:brush xml:id="br0">
      <inkml:brushProperty name="width" value="0.05" units="cm"/>
      <inkml:brushProperty name="height" value="0.05" units="cm"/>
      <inkml:brushProperty name="color" value="#AE198D"/>
      <inkml:brushProperty name="inkEffects" value="galaxy"/>
      <inkml:brushProperty name="anchorX" value="-537.10333"/>
      <inkml:brushProperty name="anchorY" value="-443.6185"/>
      <inkml:brushProperty name="scaleFactor" value="0.5"/>
    </inkml:brush>
  </inkml:definitions>
  <inkml:trace contextRef="#ctx0" brushRef="#br0">393 751 24575,'0'0'0,"0"-5"0,6-2 0,6-6 0,7-10 0,4 1 0,11 2 0,1 4 0,2 0 0,0 4 0,4 3 0,-1 3 0,-2 3 0,-1-4 0,3 0 0,-1-5 0,-2 1 0,-1 2 0,9 3 0,0-5 0,-1-4 0,-4 1 0,4 2 0,-3-2 0,-3 2 0,-2 3 0,4 2 0,-2 4 0,-1 1 0,-1 1 0,-3-5 0,0 0 0,-2 0 0,-1 1 0,6-4 0,6 0 0,0 2 0,6-11 0,3 2 0,-3 2 0,-3-4 0,-4 4 0,2 4 0,-3-4 0,-2 4 0,-2-4 0,9 2 0,5-16 0,12-4 0,-3 3 0,-5 0 0,-5 5 0,-7 1 0,-17 6 0,-25 17 0,1-1 0,-1 0 0,1 1 0,0-1 0,-1 0 0,1 1 0,0-1 0,-1 0 0,1 1 0,-1-1 0,1 0 0,-1 0 0,0 0 0,1 0 0,-1 0 0,-3 0 0,2 0 0,0 0 0,-1 0 0,1 0 0,0 1 0,-1-1 0,1 1 0,0-1 0,-1 1 0,1 0 0,-1-1 0,1 1 0,-1 0 0,-1 0 0,-33-4 0,-20 8 0,-14 14 0,1 2 0,6 4 0,3-3 0,7-4 0,8 1 0,5-4 0,-1-4 0,3 2 0,2-2 0,2-3 0,-11-1 0,-5 3 0,1 5 0,-16 5 0,-1-2 0,-4-2 0,8-5 0,-5 3 0,2-2 0,7-3 0,7-3 0,7-2 0,-6 5 0,4-1 0,2-2 0,-13 0 0,1-2 0,45 2 0,-1-2 0,-23 9 0,-18 8 0,5-2 0,6-2 0,6-6 0,-10-3 0,3 3 0,-5 4 0,2 4 0,3-1 0,-2 9 0,3 3 0,2 3 0,4 0 0,-10 6 0,1 7 0,8-1 0,15-7 0,21-35 0,0 0 0,0 1 0,1-1 0,-1 1 0,0-1 0,1 1 0,-1-1 0,1 1 0,0 3 0,1-8 0,0 3 0,-1 0 0,1-1 0,-1 1 0,0-1 0,1 1 0,-1-1 0,1 1 0,-1-1 0,1 0 0,-1 1 0,1-1 0,0 0 0,-1 1 0,1-1 0,-1 0 0,1 0 0,0 1 0,-1-1 0,1 0 0,0 0 0,-1 0 0,1 0 0,0 0 0,-1 0 0,1 0 0,0 0 0,-1 0 0,1 0 0,0-1 0,30-1 0,8-11 0,1-3 0,0-4 0,10-4 0,-2 3 0,-2-1 0,-4-2 0,-3 5 0,2-2 0,-2 4 0,-3 5 0,6-2 0,-3 3 0,-1 3 0,-2-3 0,4 1 0,-1 2 0,-2 3 0,-29-1 0,0 3 0,-1 0 0,11-7 0,22-11 0,-1 2 0,-3 4 0,4-2 0,5 4 0,4 4 0,-1-3 0,3 2 0,-3 2 0,-5 2 0,-4 3 0,2 1 0,-2 2 0,-1-7 0,3 1 0,5 0 0,-2 2 0,4 0 0,3 2 0,-3 1 0,-3-5 0,-4-6 0,13-7 0,-2 2 0,5-4 0,-6 4 0,-4 4 0,-5-2 0,-5 3 0,2 3 0,-1 3 0,10-10 0,5-4 0,10-11 0,-14 3 0,-52 28 0,5-1 0,-1 0 0,0 0 0,0 0 0,0 0 0,0-1 0,0 1 0,0 0 0,0 0 0,0-1 0,0 1 0,0 0 0,-1-1 0,1 1 0,-1-1 0,1 1 0,0-4 0,1 5 0,-2-1 0,0 0 0,0 1 0,0-1 0,0 0 0,0 0 0,0 1 0,0-1 0,-1 0 0,1 0 0,0 1 0,0-1 0,-1 0 0,1 1 0,0-1 0,-1 0 0,1 1 0,0-1 0,-1 0 0,1 1 0,-1-1 0,1 1 0,-1-1 0,0 1 0,1-1 0,-2 0 0,0-1 0,-1 1 0,0-1 0,0 1 0,0 0 0,0 0 0,0 0 0,0 0 0,-3 0 0,-5 2 0,1-1 0,0 0 0,-16 4 0,-48 11 0,-6 3 0,5-1 0,9 3 0,-12-4 0,2 2 0,1-3 0,9-4 0,-2-4 0,3-3 0,45 3 0,-30 6 0,-13 7 0,1-2 0,2-3 0,-5 1 0,0-3 0,5-3 0,8 2 0,1-2 0,6-2 0,4 3 0,5-1 0,-4-2 0,-9 10 0,0 4 0,-4-1 0,4 2 0,3-4 0,6 1 0,-15 2 0,-3-4 0,1 2 0,6 2 0,5-4 0,6-4 0,-8 2 0,3-4 0,2-3 0,-2 3 0,-4-2 0,33-3 0,22-13 0,28-3 0,17-8 0,5 1 0,5 2 0,-4-2 0,-7 4 0,-5 2 0,12-3 0,2 2 0,9-15 0,2 2 0,12 1 0,-7 0 0,-3 6 0,9 4 0,-4-2 0,4 4 0,-10 3 0,-10 2 0,-10 3 0,-2 1 0,-7 2 0,-4 0 0,-4-5 0,4-1 0,17-18 0,12 0 0,5-4 0,-5 5 0,-2 5 0,-8 5 0,3-1 0,-5-2 0,-7 3 0,-5 2 0,0-9 0,4 2 0,-4-2 0,-2-4 0,-3 4 0,10-2 0,-3 5 0,-2-1 0,-8-3 0,-37 21 0,3 0 0,-1-1 0,1 1 0,0-1 0,-1 0 0,1 1 0,-1-1 0,1 0 0,-1 1 0,1-1 0,-1 0 0,1 0 0,-1 0 0,0 1 0,1-1 0,-1 0 0,0 0 0,0 0 0,1 0 0,-1 1 0,0-1 0,0-1 0,-3 1 0,2-1 0,0 1 0,-1 0 0,1 0 0,0 0 0,-1 0 0,1 0 0,-1 0 0,0 1 0,1-1 0,-1 0 0,1 1 0,-1-1 0,0 1 0,-1-1 0,-38-8 0,-20 9 0,-7 4 0,-9 7 0,6 0 0,8 0 0,10-3 0,8-2 0,37-2 0,1-1 0,0 0 0,0 0 0,-8 5 0,-36 13 0,2-2 0,-4 2 0,-1-4 0,3-4 0,-12-4 0,3-4 0,4 3 0,1-1 0,7-1 0,-2 4 0,-6 11 0,-4-1 0,5 4 0,-2 8 0,7-3 0,5-6 0,5-1 0,-8-5 0,4 2 0,1 0 0,3 4 0,-3-4 0,3-4 0,2 2 0,2 1 0,-3-2 0,-12 2 0,2 3 0,-5-3 0,4 2 0,4-4 0,5-4 0,-1 2 0,2-3 0,2-2 0,3-3 0,-4 3 0,1-1 0,1-2 0,2-1 0,-10-2 0,30-1 0,12-2 0,6 1 0,24-1 0,22 0 0,37-19 0,2 0 0,7-6 0,-11 4 0,-13-2 0,-13 4 0,7 5 0,-8-1 0,-6 4 0,6-3 0,-6-4 0,14-4 0,2-9 0,-5 3 0,11-1 0,-6 6 0,-8 6 0,-8-1 0,-8 0 0,-5 2 0,-5 4 0,-3-2 0,5 3 0,18-4 0,7 3 0,10-3 0,-2 2 0,-51 5 0,32-12 0,10-6 0,-3-3 0,6 5 0,-7 5 0,-4 1 0,-7 4 0,1 5 0,-4-3 0,-3 2 0,-3 3 0,4 2 0,4 2 0,6 1 0,5 2 0,-9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0T16:23:51.243"/>
    </inkml:context>
    <inkml:brush xml:id="br0">
      <inkml:brushProperty name="width" value="0.05" units="cm"/>
      <inkml:brushProperty name="height" value="0.05" units="cm"/>
      <inkml:brushProperty name="color" value="#AE198D"/>
      <inkml:brushProperty name="inkEffects" value="galaxy"/>
      <inkml:brushProperty name="anchorX" value="-6385.80176"/>
      <inkml:brushProperty name="anchorY" value="-1601.36279"/>
      <inkml:brushProperty name="scaleFactor" value="0.5"/>
    </inkml:brush>
  </inkml:definitions>
  <inkml:trace contextRef="#ctx0" brushRef="#br0">95 1 24575,'0'0'0,"5"0"0,14 0 0,6 0 0,4 0 0,4 0 0,18 0 0,19 0 0,0 0 0,-4 0 0,-9 0 0,-8 0 0,5 12 0,-6 6 0,-4 1 0,14-2 0,-2-5 0,-5-4 0,2-3 0,-6 4 0,-4-2 0,-5-1 0,-3-2 0,-3-1 0,-1-1 0,-2-1 0,19-1 0,0 0 0,0-1 0,-3 1 0,2 0 0,-3 0 0,-4-1 0,-3 1 0,3 0 0,-2 0 0,-1 0 0,-2 0 0,4 0 0,-1 0 0,0 0 0,-3 0 0,11 0 0,-1 0 0,-2 0 0,-14 0 0,-16 0 0,-28 0 0,-18 0 0,-9 0 0,-9 0 0,0 0 0,3 0 0,-13 0 0,3 0 0,-1 6 0,-13 0 0,5 0 0,6-1 0,3-1 0,7-2 0,7-1 0,5 0 0,-1-1 0,2 0 0,2-1 0,-22 1 0,-6 0 0,-11 0 0,6 0 0,6-1 0,10 1 0,2 0 0,7 0 0,4 0 0,5 1 0,-4-1 0,2 0 0,1 0 0,2 0 0,-11 0 0,0 0 0,2 0 0,3 0 0,-4 0 0,3 0 0,3 0 0,2 0 0,-4 0 0,19 0 0,15 0 0,14 0 0,11 0 0,13 0 0,4 0 0,15 0 0,6 0 0,4 0 0,-3 0 0,12 0 0,-6 0 0,6 0 0,-7 0 0,-8 0 0,-8 0 0,0 0 0,-6 0 0,3 0 0,-2 0 0,2 0 0,-1 0 0,-3 0 0,-3 0 0,3 0 0,-1 0 0,-2 0 0,-2 0 0,-1 0 0,-2 0 0,-1 0 0,-1 0 0,18 0 0,1 0 0,0 0 0,-4 0 0,2 0 0,-4 0 0,3 0 0,4 0 0,-4 0 0,-2 0 0,-5 0 0,9 0 0,-2 0 0,-2 0 0,-4 0 0,3 0 0,-2 0 0,-3 0 0,-2 0 0,-14 0 0,-21 0 0,-25 0 0,-12 0 0,-12 0 0,-1 0 0,1 0 0,4 0 0,4 0 0,4 0 0,-3 0 0,1 0 0,2 0 0,1 0 0,-16 0 0,0 0 0,2 0 0,-3 0 0,5 0 0,4 0 0,4 0 0,-3 0 0,3 0 0,2 0 0,2 0 0,-4 0 0,1 0 0,2 0 0,0 0 0,-9 0 0,0 0 0,1 0 0,4 0 0,-4 0 0,3 0 0,3 0 0,-10 0 0,1 0 0,3 0 0,3 0 0,-9 0 0,3 0 0,2 0 0,4 0 0,-2 0 0,-4 0 0,3-6 0,-10 0 0,3-6 0,54 12 0,-5-1 0,0 1 0,0-1 0,0 0 0,0 1 0,1-1 0,-1 0 0,0 0 0,1 0 0,-1-1 0,-1-1 0,2 3 0,1 0 0,0 0 0,0 0 0,0-1 0,0 1 0,0 0 0,0-1 0,0 1 0,0 0 0,0 0 0,0-1 0,0 1 0,0 0 0,0-1 0,0 1 0,0 0 0,0-1 0,0 1 0,0 0 0,0 0 0,0-1 0,1 1 0,-1 0 0,0 0 0,0-1 0,0 1 0,0 0 0,1 0 0,-1-1 0,0 1 0,0 0 0,0 0 0,1 0 0,-1-1 0,0 1 0,1 0 0,-1 0 0,0 0 0,0 0 0,1 0 0,-1 0 0,0 0 0,0 0 0,1 0 0,0-1 0,52-6 0,17 2 0,24 2 0,2 2 0,-4 0 0,-12 1 0,-15 1 0,-12-1 0,1 1 0,-7-1 0,-4 0 0,-4 1 0,2 5 0,-3 0 0,-1 0 0,10 0 0,10-3 0,0 0 0,8 4 0,-4-1 0,-7 0 0,12 5 0,-7-1 0,2-2 0,-7-2 0,-1-1 0,-5-3 0,1-1 0,-5 5 0,2 6 0,-3 0 0,3-1 0,-2-3 0,-4-2 0,-3-3 0,4-1 0,-2-1 0,-14-1 0,-20-1 0,-27 1 0,-12-1 0,-13 1 0,-2 0 0,-4-1 0,-4 1 0,-7 0 0,4 0 0,-7-5 0,2-1 0,-7 0 0,1 1 0,7-5 0,3 1 0,-5 2 0,-4 1 0,6 2 0,6 2 0,3 1 0,0 1 0,7 0 0,-2-12 0,-13 0 0,3 0 0,-8 2 0,6-3 0,-6 2 0,8 2 0,7 3 0,7-4 0,6 2 0,5 2 0,-2 1 0,0 1 0,2 3 0,1 0 0,-10 1 0,-1 0 0,2 0 0,-9 1 0,32-1 0,15 0 0,6 0 0,24 0 0,11 0 0,7 0 0,19 0 0,5 0 0,15 0 0,1 0 0,10 0 0,-4 0 0,-5 0 0,-1 0 0,-12 0 0,-10 0 0,0 0 0,-7 0 0,-1 0 0,6 0 0,-4 0 0,7 0 0,-5 0 0,1 0 0,-7 0 0,1 0 0,-5 0 0,-6 0 0,-3 0 0,2 0 0,-2 0 0,-1 0 0,-2 0 0,4 0 0,-1 0 0,-1 0 0,-2 0 0,5 0 0,-1 0 0,4 0 0,-1 0 0,-2 6 0,-3 0 0,4 6 0,-2 0 0,5-3 0,-3 5 0,-1-3 0,-9-2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0T16:23:59.108"/>
    </inkml:context>
    <inkml:brush xml:id="br0">
      <inkml:brushProperty name="width" value="0.05" units="cm"/>
      <inkml:brushProperty name="height" value="0.05" units="cm"/>
      <inkml:brushProperty name="color" value="#AE198D"/>
      <inkml:brushProperty name="inkEffects" value="galaxy"/>
      <inkml:brushProperty name="anchorX" value="-9520.1709"/>
      <inkml:brushProperty name="anchorY" value="-2587.98828"/>
      <inkml:brushProperty name="scaleFactor" value="0.5"/>
    </inkml:brush>
  </inkml:definitions>
  <inkml:trace contextRef="#ctx0" brushRef="#br0">9 1 24575,'0'0'0,"0"5"0,0 8 0,0 12 0,0 4 0,0 5 0,0 1 0,0 5 0,0 0 0,0-1 0,0-2 0,0 4 0,0-2 0,0 5 0,0-2 0,0 4 0,0-2 0,0-3 0,0-4 0,0 4 0,0-2 0,0-1 0,0-3 0,0 4 0,0-1 0,0-13 0,0-20 0,0-14 0,0-12 0,0-8 0,6-3 0,0-2 0,0 0 0,0 0 0,-3 2 0,0-12 0,4 0 0,-1 1 0,1 3 0,-3-4 0,6 3 0,-2 2 0,-1 3 0,5 2 0,10 2 0,-1 1 0,-3 1 0,-9 0 0,-9 30 0,0-1 0,0-1 0,0 1 0,0 0 0,0-1 0,0 1 0,0 0 0,-1-1 0,1 1 0,0 0 0,-1 0 0,0-3 0,2 4 0,-1 0 0,0 0 0,0-1 0,-1 1 0,1 0 0,0-1 0,0 1 0,0 0 0,0 0 0,-1-1 0,1 1 0,0 0 0,0 0 0,-1-1 0,1 1 0,0 0 0,0 0 0,-1 0 0,1 0 0,0-1 0,0 1 0,-1 0 0,1 0 0,0 0 0,-1 0 0,1 0 0,0 0 0,-1 0 0,1 0 0,-1 0 0,-7 7 0,-6 16 0,1 8 0,2 4 0,-8 14 0,1-1 0,3 0 0,3-5 0,5-3 0,-4-4 0,3-3 0,1-1 0,2-2 0,2 0 0,2 5 0,0 1 0,-5 6 0,6-19 0,0-14 0,2-21 0,-1-11 0,1-8 0,-1-4 0,0-7 0,6 0 0,-1-5 0,1 3 0,-2-4 0,-1 3 0,-2 3 0,-1 4 0,0-3 0,-1 2 0,0 2 0,-1 1 0,1-3 0,0 1 0,0 1 0,-1 13 0,1 15 0,0 20 0,0 17 0,0 9 0,0 9 0,0 7 0,0-2 0,0-3 0,0 1 0,0-4 0,0-4 0,0-3 0,0 2 0,0-2 0,0-1 0,0-2 0,0 4 0,0 0 0,0-3 0,0-12 0,0-15 0,0-20 0,6-17 0,0-8 0,0-16 0,-1-2 0,-1 3 0,-2 4 0,-1-1 0,0 5 0,-1 3 0,0 3 0,-1-2 0,1 0 0,0 3 0,0 1 0,6 7 0,-7 30 0,1-3 0,0 1 0,0-1 0,1 1 0,-1-1 0,0 1 0,0 0 0,0-1 0,1 1 0,-1-1 0,0 1 0,0-1 0,1 1 0,-1 0 0,0-1 0,1 1 0,-1 0 0,0-1 0,1 1 0,-1 0 0,1-1 0,-1 1 0,1 0 0,-1-1 0,0 1 0,1 1 0,-1-1 0,0 0 0,1 0 0,-1 0 0,0 0 0,1 0 0,-1 0 0,0 1 0,0-1 0,1 0 0,-1 0 0,0 0 0,0 1 0,1-1 0,-1 0 0,0 0 0,0 1 0,0-1 0,1 0 0,-1 1 0,0-1 0,0 0 0,0 1 0,0-1 0,0 0 0,0 1 0,6 29 0,-3 14 0,0 5 0,-2 7 0,0-4 0,-1-4 0,6-5 0,-3-34 0,0-1 0,0 0 0,6 11 0,9 27 0,-1-2 0,3 16 0,-4-3 0,-4-3 0,-3 0 0,1-5 0,-1-6 0,-3-4 0,5 14 0,-1-8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6:21:15.997"/>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2132 1 24575,'0'0'0,"-11"10"0,-27 17 0,-18 16 0,-27 16 0,-19 8 0,-13 3 0,-19 13 0,-16-2 0,10-8 0,10-4 0,17-6 0,12-8 0,14-7 0,5 5 0,7-6 0,0-2 0,-8-5 0,2 8 0,-2 10 0,9-8 0,-1-3 0,10-6 0,-2 1 0,2-2 0,32-15 0,19-15 0,45-26 0,31-24 0,28-9 0,31-15 0,12-10 0,-6 4 0,-20 7 0,-2 9 0,-21 9 0,-16 7 0,10-8 0,-5 3 0,10-5 0,11-2 0,3 1 0,7 4 0,-5-7 0,15 2 0,-8 4 0,4-1 0,-16 9 0,-16 10 0,-10 9 0,-32 8 0,-34 14 0,-8 1 0,-49 26 0,-44 20 0,-50 17 0,-25 13 0,-29 2-1412,5 11 1815,-11-11-605,3-4 202,29-7 0,30-17 0,37-16 0,18-8 0,23-5 0,17-8 0,12 0 0,45-19 0,5-1 0,66-37 1413,52-28-1817,34-18 606,10-11-1264,-3-5 1365,-20 13-455,-18 2 152,-24 8 0,-23 12 0,-27 18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6:21:19.663"/>
    </inkml:context>
    <inkml:brush xml:id="br0">
      <inkml:brushProperty name="width" value="0.05" units="cm"/>
      <inkml:brushProperty name="height" value="0.05" units="cm"/>
      <inkml:brushProperty name="color" value="#AE198D"/>
      <inkml:brushProperty name="inkEffects" value="galaxy"/>
      <inkml:brushProperty name="anchorX" value="1550.08423"/>
      <inkml:brushProperty name="anchorY" value="585.1864"/>
      <inkml:brushProperty name="scaleFactor" value="0.5"/>
    </inkml:brush>
  </inkml:definitions>
  <inkml:trace contextRef="#ctx0" brushRef="#br0">32 152 24575,'0'0'0,"5"0"0,15 0 0,22 0 0,13 0 0,26 0 0,17 0 0,13 0 0,14 0 0,29 0 0,9 0 0,16 0 0,19 12-959,-20 0 1233,-14 1-411,-21 9 40,-18-2 124,-28-3-41,-5-4 14,-12 8 0,4-4 0,7-2 956,20 2-1229,15-4 511,24 3-267,15-3 43,-1 15-14,-6-2 0,-21 2 0,1 8 0,-12-5 0,-10-1 0,2-6 0,-6-7 0,-6-6 0,38 12 0,26 17 0,41 9 0,39 21-1970,14 10 2533,-16-10-844,-34-8 281,-19-4 0,-37-9-401,-39-12 515,-21-6-171,-8-4 57,-18-8 0,-6-5 0,-12-6 1934,-9 2-2487,-7-2 1267,2-2-839,9 16 187,-2 5-62,5-1 0,-4-4 0,3-6 0,8 0 0,-4-4 0,-4 3 0,-6-3 0,-29-2 0,-23-9 0,4 0 0,-1 0 0,1 0 0,0 0 0,0-1 0,0 1 0,-1-1 0,-3 0 0,-102-2 0,-65-20 0,-31-9 0,-27-11-1721,-13-8 2213,-18-12-738,9 2 246,21-2 0,16 7 0,28-6 0,36 12-319,7 6 410,25 11-136,8 0 45,16 1 0,1 7 0,9 6 0,-4 6 1697,1-6-2182,11 3 1070,-12-10-683,-13-3 147,-2 3-49,-7-1 0,-3-12 0,4 4 0,-15-12 0,12 6 0,-2 8 0,7 3 0,-7-9 0,12 5 0,-2 1 0,-2-6 0,4 8 0,-9-1 0,15 9 0,-3-7 0,11 7 0,-3-8 0,12 5 0,2 6 0,-6 5 0,10 5 0,5 5 0,10 2 0,4-4 0,8 0 0,-5 1 0,4 1 0,-8 1 0,-7 1 0,3 2 0,0-1 0,0 1 0,7 0 0,1 1 0,-6-1 0,5 0 0,-1 0 0,5 0 0,5 0 0,6 0 0,-1 0 0,2 0 0,-10 12 0,-5 1 0,27-1 0,27-12 0,0 0 0,0 0 0,-1 0 0,1 0 0,0 0 0,0 0 0,-1 0 0,1 0 0,0 1 0,-1-1 0,1 0 0,0 0 0,0 0 0,-1 1 0,1-1 0,0 0 0,0 0 0,0 1 0,-1-1 0,1 0 0,0 1 0,0-1 0,0 0 0,0 0 0,0 1 0,0-1 0,-1 0 0,1 1 0,0-1 0,0 0 0,0 1 0,0-1 0,0 0 0,0 1 0,0-1 0,0 0 0,0 1 0,1-1 0,-1 0 0,0 1 0,9 1 0,-4-1 0,1 1 0,-1-1 0,12 0 0,39 4 0,25-3 0,11 0 0,12-2 0,-5-1 0,6 1 0,-8-1 0,-9 1 0,-3 0 0,-14-1 0,0 1 0,-10 0 0,10 0 0,-2 6 0,12 1 0,-8-1 0,-8-1 0,3 5 0,-10-1 0,5-1 0,-1-3 0,0 5 0,12-2 0,25 11 0,-1 5 0,-8-2 0,11-4 0,-9-4 0,6 0 0,-13-2 0,4-4 0,-12-3 0,-12 4 0,-12-1 0,2-2 0,6 11 0,20 11 0,14-1 0,12-4 0,8 7 0,6 0 0,15 2 0,-6-7 0,-5 7 0,-16-1 0,-20-4 0,-20-1 0,-17-7 0,1-5 0,-2 1 0,14 2 0,3-2 0,26 14 0,6 10 0,4-3 0,-12-6 0,-15-2 0,-3-7 0,-13-7 0,-3 1 0,-3-4 0,12 8 0,7-1 0,8 9 0,10-4 0,35 3 0,-10-5 0,-13-5 0,-13-6 0,-19-4 0,-21-3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6:21:23.432"/>
    </inkml:context>
    <inkml:brush xml:id="br0">
      <inkml:brushProperty name="width" value="0.05" units="cm"/>
      <inkml:brushProperty name="height" value="0.05" units="cm"/>
      <inkml:brushProperty name="color" value="#AE198D"/>
      <inkml:brushProperty name="inkEffects" value="galaxy"/>
      <inkml:brushProperty name="anchorX" value="-5184.49023"/>
      <inkml:brushProperty name="anchorY" value="-1203.26318"/>
      <inkml:brushProperty name="scaleFactor" value="0.5"/>
    </inkml:brush>
  </inkml:definitions>
  <inkml:trace contextRef="#ctx0" brushRef="#br0">0 13 24575,'0'0'0,"6"-11"0,13 9 0,-17 8 0,1-3 0,0-1 0,0 1 0,0 0 0,-1-1 0,1 1 0,3 5 0,17 32 0,4 24 0,12 31 0,-5 5 0,7 18 0,-1 4 0,-7 4 0,-3-5 0,4-1 0,0-19 0,0-19 0,-32-79 0,1 3 0,0 0 0,0-1 0,1 1 0,8 8 0,-12-13 0,1 0 0,-1-1 0,0 1 0,1-1 0,-1 1 0,1-1 0,-1 0 0,1 1 0,-1-1 0,1 1 0,0-1 0,-1 0 0,1 1 0,-1-1 0,1 0 0,0 0 0,-1 0 0,1 1 0,0-1 0,-1 0 0,1 0 0,-1 0 0,1 0 0,0 0 0,-1 0 0,1 0 0,0 0 0,-1 0 0,1-1 0,0 1 0,-1 0 0,1 0 0,1-1 0,-1-2 0,1 1 0,-1 0 0,1-1 0,-1 1 0,0-1 0,0 1 0,0-1 0,0 1 0,0-1 0,-1 0 0,1-4 0,7-50 0,-5-25 0,4 1 0,-2 6 0,0 5 0,-2 11 0,-1 9 0,0 9 0,-2-7 0,1 4 0,-7 1 0,-7 5 0,-5 2 0,-6 3 0,-3 1 0,-9 2 0,-1 6 0,-1 1 0,37 26 0,0-4 0,-1 1 0,0 0 0,0 0 0,1-1 0,-1 1 0,0 0 0,0 0 0,0 1 0,1-1 0,-1 0 0,0 1 0,0-1 0,1 1 0,-1-1 0,-2 2 0,2 1 0,0-1 0,0 1 0,0-1 0,0 0 0,0 1 0,0 0 0,0-1 0,1 1 0,-1 0 0,1 0 0,-2 5 0,3 0 0,-1 2 0,0-1 0,0 0 0,1 0 0,0 12 0,5 57 0,9 5 0,14 10 0,-1-9 0,-3-12 0,-6 0 0,0-12 0,-5-20 0,-13-42 0,0 3 0,0-1 0,0 0 0,0 1 0,0-1 0,0 0 0,0 1 0,0-1 0,1 1 0,-1-1 0,0 0 0,0 1 0,0-1 0,0 0 0,1 1 0,-1-1 0,0 0 0,0 0 0,1 1 0,-1-1 0,0 0 0,0 0 0,1 1 0,-1-1 0,0 0 0,1 0 0,-1 0 0,0 1 0,1-1 0,-1 0 0,0 0 0,1 0 0,-1 0 0,1 0 0,-1 0 0,0 0 0,1 0 0,0 0 0,-1 1 0,1-1 0,-1-1 0,1 1 0,-1-1 0,1 0 0,-1 1 0,0-1 0,1 1 0,-1-1 0,0 0 0,1 0 0,-1 1 0,0-1 0,0 0 0,0 1 0,0-1 0,1 0 0,-1-1 0,3-30 0,-2-27 0,-1-4 0,-1-4 0,1 5 0,-1 1 0,0 8 0,-5-12 0,2 53 0,0-3 0,-6-17 0,-15-22 0,-5 7 0,32 43 0,-4 0 0,0 0 0,1-1 0,-1 1 0,1-1 0,-1-5 0,2 13 0,0-4 0,0 1 0,0 0 0,0 0 0,0-1 0,0 1 0,0 0 0,0-1 0,0 1 0,0 0 0,0 0 0,0-1 0,0 1 0,0 0 0,0-1 0,0 1 0,1 0 0,-1 0 0,0-1 0,0 1 0,0 0 0,0 0 0,0-1 0,1 1 0,-1 0 0,0 0 0,0-1 0,0 1 0,1 0 0,-1 0 0,0 0 0,0 0 0,1-1 0,-1 1 0,0 0 0,1 0 0,-1 0 0,0 0 0,0 0 0,1 0 0,-1 0 0,0 0 0,1 0 0,-1 0 0,0 0 0,0 0 0,1 0 0,-1 0 0,0 0 0,1 0 0,-1 0 0,1 0 0,3 5 0,0-2 0,0 0 0,-1 0 0,1 1 0,5 7 0,34 49 0,11 27 0,18 19 0,-3 6 0,-11-12 0,-8-16 0,-15-17 0,-6-15 0,-10-10 0,-7-15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4T15:34:08.146"/>
    </inkml:context>
    <inkml:brush xml:id="br0">
      <inkml:brushProperty name="width" value="0.035" units="cm"/>
      <inkml:brushProperty name="height" value="0.035" units="cm"/>
    </inkml:brush>
  </inkml:definitions>
  <inkml:trace contextRef="#ctx0" brushRef="#br0">1 1 24575,'0'0'-8191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4T15:34:19.497"/>
    </inkml:context>
    <inkml:brush xml:id="br0">
      <inkml:brushProperty name="width" value="0.035" units="cm"/>
      <inkml:brushProperty name="height" value="0.035" units="cm"/>
    </inkml:brush>
  </inkml:definitions>
  <inkml:trace contextRef="#ctx0" brushRef="#br0">44 64 24575,'819'0'0,"-817"0"0,1 0 0,-1 0 0,1 0 0,-1 0 0,1 0 0,-1 0 0,0-1 0,1 1 0,-1-1 0,1 0 0,-1 0 0,0 0 0,0 0 0,1 0 0,-1 0 0,0 0 0,0-1 0,0 1 0,0-1 0,-1 0 0,1 1 0,0-1 0,1-3 0,1 2 0,-1-1 0,1 1 0,0 0 0,0 0 0,0 1 0,0-1 0,0 1 0,0 0 0,1 0 0,-1 0 0,1 0 0,-1 1 0,1 0 0,0 0 0,6-1 0,11 0 0,45 1 0,-47 1 0,63 0 0,110 4 0,-161 0 0,-1 3 0,34 10 0,-17-4 0,-28-9 0,0 0 0,0-1 0,0-1 0,0-1 0,1-1 0,-1 0 0,1-2 0,-1 0 0,21-6 0,19-1 0,0 3 0,0 3 0,81 5 0,-31 1 0,221-3 0,-1381 0 0,1008 2 0,-60 11 0,-33 1 0,86-14 0,28 0 0,0 0 0,0 1 0,1 1 0,-35 7 0,5 2 0,34-8 0,1 0 0,-25 9 0,17-2 0,-1-1 0,0-1 0,0-1 0,0-1 0,-1-1 0,-29 2 0,20-6 0,0 2 0,1 2 0,0 1 0,-60 18 0,75-18 0,0-1 0,0-1 0,0-1 0,-22 1 0,33-4 0,0 1 0,-1-1 0,1-1 0,-1 1 0,1-1 0,0-1 0,0 1 0,-1-1 0,1-1 0,0 1 0,0-1 0,1 0 0,-8-5 0,2-1 0,2-1 0,-1-1 0,-9-11 0,15 15 0,0 0 0,-1 1 0,0 0 0,0 0 0,-1 0 0,0 1 0,0 0 0,0 0 0,0 0 0,-1 1 0,0 1 0,-9-4 0,14 6 0,0 0 0,-1 0 0,1 0 0,0 0 0,-1 1 0,1 0 0,-1 0 0,1 0 0,-1 0 0,1 0 0,-1 1 0,1-1 0,0 1 0,-1 0 0,1 0 0,0 0 0,0 1 0,-1-1 0,1 1 0,0 0 0,0 0 0,1 0 0,-1 0 0,0 0 0,1 0 0,-1 1 0,1 0 0,0-1 0,0 1 0,0 0 0,0 0 0,0 0 0,1 0 0,-1 0 0,1 0 0,0 1 0,0-1 0,0 0 0,0 5 0,1-6 0,0 0 0,0 0 0,0 0 0,0-1 0,0 1 0,1 0 0,-1 0 0,1 0 0,-1 0 0,1 0 0,0 0 0,0-1 0,0 1 0,0 0 0,0-1 0,0 1 0,0-1 0,1 1 0,-1-1 0,0 1 0,1-1 0,-1 0 0,1 0 0,0 0 0,-1 0 0,1 0 0,0 0 0,0 0 0,-1 0 0,1-1 0,0 1 0,3 0 0,7 1 0,-1 1 0,1-1 0,24 0 0,-31-2 0,35 4 0,-1 1 0,65 18 0,-53-11 0,-41-10 0,0-1 0,1 0 0,-1 0 0,0-1 0,1 0 0,-1-1 0,18-4 0,-21 4 0,0-1 0,0 0 0,0 0 0,0-1 0,-1 0 0,1 0 0,-1-1 0,1 0 0,-1 0 0,0 0 0,8-9 0,-5 4 0,1 0 0,-1 0 0,1 1 0,1 0 0,0 1 0,0 0 0,0 1 0,1 0 0,0 0 0,0 2 0,0-1 0,1 2 0,-1 0 0,1 0 0,0 1 0,0 0 0,0 2 0,14-1 0,309 6 0,-324-4 0,0 0 0,-1 2 0,1-1 0,0 1 0,0 1 0,-1 0 0,12 6 0,-7-3 0,1-1 0,25 7 0,3-7 0,0-2 0,0-2 0,63-5 0,-12 0 0,-60 3 0,0-2 0,0-1 0,43-10 0,92-40 0,-150 47 0,-1 1 0,1 0 0,0 2 0,34-2 0,88 6 0,-62 2 0,-59-3 0,6 0 0,-27 0 0,-3 0 0,-16 0 0,-152-15 0,1-1 0,-454 18 0,596-1 0,0 2 0,-1 2 0,2 0 0,-29 10 0,-47 8 0,76-17 0,1 0 0,-36 15 0,40-13 0,1-1 0,-2-1 0,1-1 0,-26 4 0,-227-7 0,137-4 0,110 2 0,1 1 0,-1 1 0,0 2 0,1 1 0,0 1 0,-44 15 0,23-8 0,37-11 0,-1 0 0,-18 8 0,28-10 0,0 1 0,0-1 0,0 0 0,0 1 0,0 0 0,0-1 0,0 1 0,0-1 0,0 1 0,1 0 0,-1 0 0,0-1 0,0 1 0,1 0 0,-1 0 0,1 0 0,-1 0 0,0 2 0,1-3 0,0 1 0,0 0 0,0-1 0,0 1 0,0 0 0,0 0 0,0-1 0,0 1 0,0 0 0,1-1 0,-1 1 0,0 0 0,1-1 0,-1 1 0,0 0 0,1-1 0,-1 1 0,1-1 0,-1 1 0,1 0 0,2 2 0,0-1 0,0 0 0,0 0 0,0 0 0,0 0 0,0 0 0,1-1 0,-1 0 0,5 2 0,23 2 0,1-1 0,0-2 0,0 0 0,46-6 0,-9 2 0,29 3 0,76-4 0,-163 2 0,0-2 0,0 0 0,-1 0 0,1-1 0,-1 0 0,0-1 0,0 0 0,15-11 0,-15 9 0,0 1 0,0 0 0,1 1 0,0 0 0,0 1 0,0 0 0,20-4 0,0 6 0,1 1 0,37 3 0,-38 0 0,-1-1 0,45-5 0,-61 1 0,-1-1 0,0 0 0,21-9 0,23-8 0,-28 15 0,1 1 0,54-2 0,62 9 0,-51 0 0,548-1-1365,-611-1-5461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4T15:35:54.795"/>
    </inkml:context>
    <inkml:brush xml:id="br0">
      <inkml:brushProperty name="width" value="0.035" units="cm"/>
      <inkml:brushProperty name="height" value="0.035" units="cm"/>
    </inkml:brush>
  </inkml:definitions>
  <inkml:trace contextRef="#ctx0" brushRef="#br0">1 1 24575,'75'0'-8191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7T04:24:01.913"/>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 1 24575,'0'0'0,"6"5"0,8 9 0,-1 6 0,19 12 0,5 4 0,3 10 0,-5 0 0,-2 6 0,-9-3 0,7 10 0,0-2 0,1-5 0,1-4 0,1-13 0,0-3 0,0-4 0,-1 7 0,1 0 0,-1 1 0,13 1 0,1-2 0,-1 0 0,-2-7 0,-3-2 0,-3 1 0,-2-6 0,5-6 0,-1 2 0,-1 2 0,-1 4 0,-2 3 0,-1-3 0,-1 1 0,0 2 0,-1 2 0,-1 2 0,1-6 0,0 1 0,0 1 0,-1 2 0,1 1 0,7 2 0,-1-6 0,7 1 0,0 0 0,4 2 0,-2 2 0,-2 0 0,-4 2 0,-4 1 0,-38-31 0,3 0 0,-1 1 0,0 0 0,1 0 0,-1 1 0,3 5 0,-5-8 0,1 0 0,-1 0 0,0 0 0,1 0 0,-1 0 0,0 0 0,0 0 0,0 0 0,0 0 0,0 0 0,0 0 0,0 0 0,0 0 0,0 0 0,0 0 0,0 0 0,-1 0 0,0 1 0,-1-2 0,0 1 0,1 0 0,0 0 0,-1-1 0,1 1 0,-1 0 0,1-1 0,-1 1 0,1-1 0,-1 0 0,1 1 0,-1-1 0,0 0 0,1 0 0,-3 0 0,0 0 0,-3-1 0,1 0 0,-1 0 0,-7-2 0,-31-14 0,-1-1 0,2 1 0,2-3 0,3-2 0,3 2 0,-6-1 0,2-4 0,1-1 0,1-3 0,2-2 0,-6-2 0,1 0 0,-12-6 0,1-2 0,2 1 0,3-5 0,-1 1 0,2 1 0,4 3 0,2 2 0,-3-4 0,1 1 0,2 1 0,27 33 0,2-1 0,-17-9 0,-28-26 0,0 2 0,5-1 0,4 1 0,5 3 0,4 1 0,3 3 0,2 0 0,0 1 0,1 0 0,0 1 0,0-1 0,-1 0 0,7-6 0,0-1 0,7 7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7T04:24:04.800"/>
    </inkml:context>
    <inkml:brush xml:id="br0">
      <inkml:brushProperty name="width" value="0.05" units="cm"/>
      <inkml:brushProperty name="height" value="0.05" units="cm"/>
      <inkml:brushProperty name="color" value="#AE198D"/>
      <inkml:brushProperty name="inkEffects" value="galaxy"/>
      <inkml:brushProperty name="anchorX" value="-904.71332"/>
      <inkml:brushProperty name="anchorY" value="-1061.36719"/>
      <inkml:brushProperty name="scaleFactor" value="0.5"/>
    </inkml:brush>
  </inkml:definitions>
  <inkml:trace contextRef="#ctx0" brushRef="#br0">1 2285 24575,'0'0'0,"16"0"0,14-6 0,4-8 0,2-6 0,15-13 0,0-16 0,-1-10 0,-4-1 0,-3 4 0,-4 5 0,-3-7 0,5-2 0,-8 3 0,0-1 0,-2 5 0,-1 6 0,8-9 0,0 4 0,0-4 0,0 4 0,-1 5 0,-8 4 0,-2 5 0,0-5 0,14-10 0,1-1 0,2 3 0,-8 4 0,-9 4 0,-3 4 0,0 3 0,1 3 0,-5 0 0,2 1 0,2-1 0,2 1 0,3 0 0,8-1 0,2 0 0,-7 0 0,-6 0 0,4 0 0,-6 0 0,1-6 0,2-1 0,0 0 0,3 2 0,-6 1 0,2 1 0,-7 2 0,2 0 0,2 1 0,2 0 0,-4 1 0,-4-1 0,1 0 0,-11 7 0,-9 27 0,2-2 0,0 0 0,-1 1 0,1-1 0,0 0 0,0 1 0,-1-1 0,1 0 0,-1 1 0,1-1 0,0 0 0,-1 1 0,1-1 0,-1 1 0,1-1 0,-1 1 0,0-1 0,1 1 0,-1 0 0,1-1 0,-1 1 0,0 0 0,1-1 0,-1 1 0,0 0 0,-1-1 0,1 2 0,-1-1 0,0 0 0,0 1 0,0-1 0,-1 0 0,1 1 0,0-1 0,0 1 0,0 0 0,0-1 0,-3 3 0,-24 16 0,-10 17 0,6 12 0,-1 2 0,2 7 0,0 9 0,-1-3 0,1-5 0,-7 0 0,0-7 0,-1-4 0,-4 8 0,0 2 0,1-1 0,3-5 0,9-5 0,9-6 0,1-2 0,0-3 0,-2-3 0,-3 1 0,-2-1 0,4 0 0,-14 13 0,-2 1 0,5 0 0,1-2 0,2-3 0,0-3 0,0-2 0,1-2 0,-1 6 0,-1 0 0,8-1 0,-1-1 0,-1-2 0,0-1 0,-2 0 0,-2-2 0,-7 7 0,-1-1 0,-1 1 0,8-9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7T04:24:06.874"/>
    </inkml:context>
    <inkml:brush xml:id="br0">
      <inkml:brushProperty name="width" value="0.05" units="cm"/>
      <inkml:brushProperty name="height" value="0.05" units="cm"/>
      <inkml:brushProperty name="color" value="#AE198D"/>
      <inkml:brushProperty name="inkEffects" value="galaxy"/>
      <inkml:brushProperty name="anchorX" value="-2060.64087"/>
      <inkml:brushProperty name="anchorY" value="-1467.0144"/>
      <inkml:brushProperty name="scaleFactor" value="0.5"/>
    </inkml:brush>
  </inkml:definitions>
  <inkml:trace contextRef="#ctx0" brushRef="#br0">0 3328 24575,'0'0'0,"6"-5"0,9-10 0,5-5 0,6-26 0,3-23 0,4-11 0,0 3 0,8-6 0,0 3 0,0-10 0,12-4 0,-2 3 0,-2-2 0,-3 13 0,-11 5 0,-4 11 0,-2 11 0,-1 9 0,1 5 0,1-2 0,7-11 0,2 1 0,0-6 0,-1 4 0,-1 4 0,-8-1 0,-1-10 0,-1 3 0,1 4 0,-6 5 0,2-2 0,0-2 0,-4 3 0,15-10 0,2 3 0,-3-2 0,-1-2 0,-2 4 0,-6-8 0,-6 6 0,5-3 0,3 7 0,-4-1 0,9-9 0,-6-1 0,2 3 0,1 0 0,0 7 0,2 6 0,-5-1 0,-7 4 0,0 4 0,-5 3 0,-3 3 0,2 1 0,10-11 0,5-7 0,11-13 0,-4 9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7T04:24:10.344"/>
    </inkml:context>
    <inkml:brush xml:id="br0">
      <inkml:brushProperty name="width" value="0.05" units="cm"/>
      <inkml:brushProperty name="height" value="0.05" units="cm"/>
      <inkml:brushProperty name="color" value="#AE198D"/>
      <inkml:brushProperty name="inkEffects" value="galaxy"/>
      <inkml:brushProperty name="anchorX" value="-4654.68604"/>
      <inkml:brushProperty name="anchorY" value="1014.72601"/>
      <inkml:brushProperty name="scaleFactor" value="0.5"/>
    </inkml:brush>
  </inkml:definitions>
  <inkml:trace contextRef="#ctx0" brushRef="#br0">1216 3704 24575,'0'0'0,"-5"-5"0,-10-16 0,-5-6 0,-6-5 0,3-10 0,-2-1 0,4 0 0,0 2 0,4-18 0,-3 2 0,-1 8 0,-4 6 0,3 4 0,6 4 0,4-4 0,5 1 0,-4-20 0,3 0 0,1 2 0,2-2 0,2 5 0,1 6 0,2 4 0,0-2 0,0 2 0,0 3 0,-6 2 0,0-5 0,0 2 0,-6 0 0,-6-4 0,2-4 0,2 0 0,-9-4 0,2-3 0,4 3 0,-2-9 0,4-2 0,-3 3 0,4 7 0,-4 6 0,-3 6 0,3 4 0,3 3 0,5 2 0,-3-5 0,3-1 0,2 1 0,2 0 0,2 2 0,-4 1 0,0 1 0,2 0 0,-6 1 0,2 0 0,1-13 0,3 0 0,-5-1 0,-5 3 0,1-3 0,-4 2 0,2 3 0,5 2 0,3-4 0,-4-11 0,4 1 0,-6 2 0,3 4 0,2 5 0,3 4 0,1 30 0,3 2 0,-1-1 0,-7-10 0,-12-23 0,1 1 0,-1 2 0,-3 2 0,5-5 0,5 1 0,-1 0 0,4 2 0,-4 1 0,-3 1 0,3 2 0,-4 1 0,-2-6 0,-3-14 0,3 7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7T04:25:45.642"/>
    </inkml:context>
    <inkml:brush xml:id="br0">
      <inkml:brushProperty name="width" value="0.05" units="cm"/>
      <inkml:brushProperty name="height" value="0.05" units="cm"/>
      <inkml:brushProperty name="color" value="#AE198D"/>
      <inkml:brushProperty name="inkEffects" value="galaxy"/>
      <inkml:brushProperty name="anchorX" value="-21605.7168"/>
      <inkml:brushProperty name="anchorY" value="-685.49487"/>
      <inkml:brushProperty name="scaleFactor" value="0.5"/>
    </inkml:brush>
  </inkml:definitions>
  <inkml:trace contextRef="#ctx0" brushRef="#br0">194 69 24575,'0'0'0,"-5"0"0,-3 6 0,8 21 0,7 1 0,9-3 0,-8-19 0,-2-2 0,0 1 0,1-1 0,9 5 0,39 26 0,17-6 0,5 8 0,-4 0 0,-3-6 0,-8-7 0,-9-2 0,-7 1 0,-7 1 0,-3-3 0,-3 1 0,-2-5 0,14 3 0,0-4 0,7 2 0,-2 3 0,-3 4 0,-4-3 0,-3 1 0,16 2 0,6-4 0,-2-5 0,-4-5 0,-6 2 0,-6 3 0,2 6 0,-4 3 0,5-2 0,-2 1 0,-3-5 0,-2 2 0,-2 3 0,-3 1 0,6-3 0,-2 2 0,1-6 0,-2 3 0,-8 1 0,-26-17 0,-1-1 0,0 0 0,0 0 0,0 0 0,3 7 0,-8-12 0,2 2 0,1 0 0,-1 0 0,0 0 0,0 0 0,0 0 0,0 0 0,0 0 0,0 0 0,0 0 0,0 0 0,0 0 0,0 0 0,0 1 0,-1-1 0,1 0 0,0 0 0,-1 0 0,1 0 0,-1 0 0,0 1 0,1-2 0,-1 1 0,0 0 0,0-1 0,1 1 0,-1 0 0,0 0 0,0-1 0,-1 1 0,1 0 0,0-1 0,0 1 0,0-1 0,0 1 0,0-1 0,-1 0 0,1 1 0,-2-1 0,-27 4 0,-7-12 0,-2-2 0,0-7 0,1-6 0,1-3 0,2-5 0,1-1 0,-6-1 0,0-1 0,0-1 0,-5 2 0,1-1 0,-4 7 0,-6-6 0,3 6 0,4 0 0,3-1 0,4 0 0,-3-9 0,1-1 0,2-1 0,2 1 0,2 7 0,-11 2 0,-7-5 0,0 6 0,4-2 0,3 8 0,5 5 0,-2-7 0,-11 5 0,1 3 0,-11-2 0,4 4 0,-9-3 0,7-4 0,5 3 0,9 4 0,5 4 0,5-3 0,5 3 0,1 1 0,1-3 0,0 2 0,0-5 0,14 2 0,18 13 0,-1 0 0,1-1 0,-1 1 0,1 0 0,-1-1 0,1 1 0,0-1 0,-1 1 0,1-1 0,0 0 0,-1 1 0,1-1 0,0 1 0,0-1 0,-1 0 0,1 1 0,0-1 0,0 0 0,0 0 0,0 1 0,0-1 0,1 1 0,-1-1 0,0 1 0,0 0 0,0-1 0,1 1 0,-1-1 0,0 1 0,1 0 0,-1-1 0,0 1 0,1 0 0,-1 0 0,0-1 0,1 1 0,-1 0 0,0 0 0,1-1 0,-1 1 0,1 0 0,0 0 0,17-5 0,22 2 0,5 2 0,10 14 0,5 1 0,-3 0 0,-5-3 0,-4 4 0,7-2 0,3 10 0,-3-3 0,2 4 0,-10-3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7T04:25:48.553"/>
    </inkml:context>
    <inkml:brush xml:id="br0">
      <inkml:brushProperty name="width" value="0.05" units="cm"/>
      <inkml:brushProperty name="height" value="0.05" units="cm"/>
      <inkml:brushProperty name="color" value="#AE198D"/>
      <inkml:brushProperty name="inkEffects" value="galaxy"/>
      <inkml:brushProperty name="anchorX" value="-22912.57813"/>
      <inkml:brushProperty name="anchorY" value="-1632.13074"/>
      <inkml:brushProperty name="scaleFactor" value="0.5"/>
    </inkml:brush>
  </inkml:definitions>
  <inkml:trace contextRef="#ctx0" brushRef="#br0">129 570 24575,'0'0'0,"0"6"0,7 2 0,6-1 0,20-1 0,6-2 0,11-2 0,20-7 0,6-1 0,15-7 0,1 0 0,23-17 0,16 1 0,-5 3 0,-10-1 0,-14 7 0,-19 5 0,9-8 0,-14 4 0,4 3 0,2-2 0,-10 4 0,17-10 0,-9 3 0,3-3 0,-10 4 0,-11-2 0,10 5 0,-3-10 0,8 5 0,-1 3 0,5-7 0,-9 4 0,-9 3 0,-11 6 0,-8-2 0,-6 4 0,1 2 0,-8-3 0,-8 8 0,-16 3 0,-32 8 0,-13 2 0,-22 0 0,-3-2 0,-5-2 0,-14 5 0,5-1 0,-13-1 0,2 4 0,10-1 0,3-3 0,12-1 0,2-3 0,44 2 0,1-2 0,-21 8 0,-23 10 0,4-2 0,-13-4 0,4-4 0,5 2 0,-6-3 0,5-3 0,6-2 0,-14-3 0,5-1 0,-2 5 0,-1 0 0,7 0 0,-1-2 0,-6-2 0,4 0 0,6-2 0,6 5 0,-1 1 0,5-1 0,3-1 0,3-1 0,3 5 0,2 5 0,1 0 0,0-1 0,1-4 0,-7-3 0,-1-2 0,-12 4 0,-6 0 0,1 5 0,3-1 0,6 5 0,-1-3 0,3 4 0,4 4 0,16-3 0,26-18 0,-1 0 0,0-1 0,0 1 0,0 0 0,1 0 0,-1 0 0,0 0 0,1 0 0,-1 0 0,0 0 0,1 1 0,-1-1 0,1 2 0,0-3 0,1 1 0,-1-1 0,0 1 0,0 0 0,1-1 0,-1 1 0,0-1 0,1 1 0,-1-1 0,0 1 0,1-1 0,-1 1 0,1-1 0,-1 1 0,1-1 0,-1 0 0,1 1 0,-1-1 0,1 0 0,-1 1 0,1-1 0,-1 0 0,1 0 0,1 1 0,23 5 0,15-2 0,24-3 0,2-1 0,-1 0 0,13-1 0,0 0 0,12 0 0,-7-6 0,3 0 0,2-7 0,29-18 0,11 0 0,2-2 0,3 5 0,-12 7 0,-1-6 0,-20 6 0,-18 5 0,-18 5 0,-7 4 0,-10 5 0,-7 1 0,3-4 0,-2 0 0,-3 0 0,-1 1 0,18 2 0,0 1 0,5-6 0,-3-6 0,-6 1 0,-5 1 0,-5 2 0,-4 4 0,11 2 0,-2 3 0,0-7 0,-3 2 0,3-1 0,-8 2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22:00.099"/>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0 24575,'0'0'0,"0"5"0,6 8 0,7 6 0,17 4 0,7 4 0,2 3 0,1 1 0,-2-6 0,-1 0 0,3 6 0,-2 2 0,-1 0 0,-1 0 0,-2-6 0,-2-1 0,-1-1 0,-1 7 0,7 1 0,-1-5 0,18 0 0,0-1 0,-8 0 0,-5 1 0,-4 1 0,-5 0 0,-1 1 0,-2 0 0,-6 0 0,0 1 0,0-1 0,-5-6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22:03.286"/>
    </inkml:context>
    <inkml:brush xml:id="br0">
      <inkml:brushProperty name="width" value="0.05" units="cm"/>
      <inkml:brushProperty name="height" value="0.05" units="cm"/>
      <inkml:brushProperty name="color" value="#AE198D"/>
      <inkml:brushProperty name="inkEffects" value="galaxy"/>
      <inkml:brushProperty name="anchorX" value="-1848.50269"/>
      <inkml:brushProperty name="anchorY" value="-1688.57056"/>
      <inkml:brushProperty name="scaleFactor" value="0.5"/>
    </inkml:brush>
  </inkml:definitions>
  <inkml:trace contextRef="#ctx0" brushRef="#br0">1 225 24575,'0'0'0,"20"0"0,15-6 0,2-1 0,1 1 0,7-11 0,-2 1 0,-2 1 0,-3 4 0,3-3 0,10 2 0,0 4 0,3 2 0,-4 2 0,-5-4 0,-4 1 0,2 1 0,-4 1 0,-2 2 0,-1 1 0,15-5 0,-1 1 0,-1 0 0,-3-5 0,-5-4 0,-5 1 0,-8 1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22:05.670"/>
    </inkml:context>
    <inkml:brush xml:id="br0">
      <inkml:brushProperty name="width" value="0.05" units="cm"/>
      <inkml:brushProperty name="height" value="0.05" units="cm"/>
      <inkml:brushProperty name="color" value="#AE198D"/>
      <inkml:brushProperty name="inkEffects" value="galaxy"/>
      <inkml:brushProperty name="anchorX" value="-3781.39063"/>
      <inkml:brushProperty name="anchorY" value="-2310.87549"/>
      <inkml:brushProperty name="scaleFactor" value="0.5"/>
    </inkml:brush>
  </inkml:definitions>
  <inkml:trace contextRef="#ctx0" brushRef="#br0">1 2233 24575,'0'0'0,"5"0"0,2-6 0,5-13 0,6-6 0,-2-4 0,-2-10 0,2-12 0,-3-1 0,-3 1 0,-3 5 0,-3 5 0,-2-2 0,-2 4 0,0 1 0,5 3 0,1-4 0,5 1 0,0 1 0,-1 2 0,-3-5 0,10-10 0,4 0 0,5 2 0,-3 4 0,-5 5 0,1 3 0,-4 3 0,1 2 0,-2 0 0,-4 2 0,8-7 0,-1-11 0,3-2 0,-3 2 0,3 3 0,1 4 0,-3 4 0,-4 3 0,-4 1 0,2 2 0,3 0 0,-1 1 0,-3-1 0,3 1 0,-3-1 0,4-6 0,-3 0 0,4-6 0,4 0 0,3 2 0,-4 2 0,-3-3 0,8 2 0,1 1 0,-3 2 0,2 2 0,1-4 0,1 1 0,2 0 0,0 2 0,-4 8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22:11.374"/>
    </inkml:context>
    <inkml:brush xml:id="br0">
      <inkml:brushProperty name="width" value="0.05" units="cm"/>
      <inkml:brushProperty name="height" value="0.05" units="cm"/>
      <inkml:brushProperty name="color" value="#AE198D"/>
      <inkml:brushProperty name="inkEffects" value="galaxy"/>
      <inkml:brushProperty name="anchorX" value="-5559.90186"/>
      <inkml:brushProperty name="anchorY" value="-925.51953"/>
      <inkml:brushProperty name="scaleFactor" value="0.5"/>
    </inkml:brush>
  </inkml:definitions>
  <inkml:trace contextRef="#ctx0" brushRef="#br0">86 1 24575,'0'0'0,"0"5"0,6 2 0,6-1 0,18-1 0,6-2 0,3-1 0,1 0 0,5-2 0,-3 0 0,4 0 0,4 0 0,-3 0 0,-3-1 0,-4 1 0,9 0 0,-3 0 0,-2 0 0,-4 0 0,3 0 0,-2 0 0,-3 0 0,-2 0 0,3 0 0,-1 0 0,-1 0 0,-1 0 0,-15 0 0,-13 0 0,-14 0 0,-17 0 0,-13 0 0,-6 0 0,-13 0 0,1 6 0,2 7 0,6 5 0,-1 0 0,4-3 0,3-4 0,-8-4 0,2-3 0,2-2 0,4-2 0,-10 0 0,3 5 0,3 1 0,3 0 0,3 5 0,4-2 0,2 0 0,-5 3 0,1 5 0,1 3 0,0 5 0,8-4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22:16.685"/>
    </inkml:context>
    <inkml:brush xml:id="br0">
      <inkml:brushProperty name="width" value="0.05" units="cm"/>
      <inkml:brushProperty name="height" value="0.05" units="cm"/>
      <inkml:brushProperty name="color" value="#AE198D"/>
      <inkml:brushProperty name="inkEffects" value="galaxy"/>
      <inkml:brushProperty name="anchorX" value="-4628.07715"/>
      <inkml:brushProperty name="anchorY" value="-343.06799"/>
      <inkml:brushProperty name="scaleFactor" value="0.5"/>
    </inkml:brush>
  </inkml:definitions>
  <inkml:trace contextRef="#ctx0" brushRef="#br0">1 0 24575,'0'0'0,"5"0"0,8 7 0,5 5 0,0 18 0,-3 6 0,-4 4 0,2 6 0,-3-1 0,-2-3 0,-2-3 0,-3-3 0,-2 4 0,6-2 0,-1-2 0,6 5 0,-1-1 0,-1-2 0,-3-2 0,-2-2 0,-2 10 0,-2 0 0,0-13 0,-2-27 0,1-17 0,-1-11 0,1-9 0,0-8 0,0-1 0,-1 0 0,1-10 0,-6 3 0,-6 2 0,-1 5 0,2-8 0,2 2 0,2 3 0,4 4 0,1-2 0,1 20 0,1 16 0,1 14 0,-6 12 0,-1 19 0,0 6 0,-4 1 0,0-1 0,1 3 0,3-4 0,2-2 0,1-4 0,-4 10 0,0 4 0,1-2 0,1-20 0,2-18 0,1-28 0,1-13 0,1-9 0,6-2 0,6 1 0,1 1 0,-1 3 0,-3 2 0,-2 2 0,-3-5 0,-3 0 0,6 1 0,-1 1 0,-1-11 0,0 7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23:03.165"/>
    </inkml:context>
    <inkml:brush xml:id="br0">
      <inkml:brushProperty name="width" value="0.05" units="cm"/>
      <inkml:brushProperty name="height" value="0.05" units="cm"/>
      <inkml:brushProperty name="color" value="#AE198D"/>
      <inkml:brushProperty name="inkEffects" value="galaxy"/>
      <inkml:brushProperty name="anchorX" value="-5589.67676"/>
      <inkml:brushProperty name="anchorY" value="-1320.71729"/>
      <inkml:brushProperty name="scaleFactor" value="0.5"/>
    </inkml:brush>
  </inkml:definitions>
  <inkml:trace contextRef="#ctx0" brushRef="#br0">144 1 24575,'0'0'0,"0"5"0,0 14 0,0 12 0,0 5 0,-6 8 0,0 1 0,-6-2 0,0-3 0,-4-3 0,-3 9 0,-5-1 0,-2-2 0,3-8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23:11.998"/>
    </inkml:context>
    <inkml:brush xml:id="br0">
      <inkml:brushProperty name="width" value="0.05" units="cm"/>
      <inkml:brushProperty name="height" value="0.05" units="cm"/>
      <inkml:brushProperty name="color" value="#AE198D"/>
      <inkml:brushProperty name="inkEffects" value="galaxy"/>
      <inkml:brushProperty name="anchorX" value="-4599.34082"/>
      <inkml:brushProperty name="anchorY" value="-943.07343"/>
      <inkml:brushProperty name="scaleFactor" value="0.5"/>
    </inkml:brush>
  </inkml:definitions>
  <inkml:trace contextRef="#ctx0" brushRef="#br0">0 2584 24575,'0'0'0,"5"-10"0,3-16 0,-2-5 0,-1-4 0,-1-1 0,-2-12 0,0 1 0,4 1 0,1 4 0,-1-2 0,5 2 0,-2 3 0,5-3 0,11 2 0,-3 2 0,-2 2 0,7 2 0,-4-10 0,1 0 0,-5 2 0,-4 1 0,-6-2 0,-4 2 0,4 3 0,4 1 0,-1-9 0,-1 2 0,2 1 0,-1-10 0,3 3 0,-2 16 0,-14 36 0,1-3 0,0 1 0,1-1 0,-1 1 0,0 0 0,0-1 0,0 1 0,0 0 0,0-1 0,1 1 0,-1 0 0,0-1 0,0 1 0,1 0 0,-1-1 0,0 1 0,1 0 0,-1-1 0,0 1 0,1 0 0,-1 0 0,0 0 0,1-1 0,-1 1 0,0 0 0,1 0 0,-1 0 0,0 0 0,1 0 0,-1 0 0,1 0 0,-1-1 0,1 1 0,-1 0 0,1 1 0,-1-2 0,1 1 0,-1 0 0,1 1 0,-1-1 0,1 1 0,-1-1 0,1 1 0,-1-1 0,1 1 0,-1 0 0,0-1 0,1 1 0,-1-1 0,0 1 0,0 0 0,1-1 0,-1 1 0,0 0 0,0-1 0,0 2 0,-1 22 0,-9 9 0,-8 3 0,1 0 0,-5 0 0,4-1 0,-8-2 0,-3-1 0,-1 5 0,5 0 0,5-1 0,7 6 0,5-2 0,-2-2 0,3-1 0,1 9 0,1-1 0,-3-1 0,0-4 0,1 4 0,-4 3 0,-4-2 0,0-15 0,3-16 0,12-14 0,0 1 0,0-1 0,-1 0 0,1 0 0,0 0 0,0 0 0,-1 0 0,1 0 0,0 1 0,0-1 0,-1 0 0,1 0 0,0 0 0,0 0 0,-1 0 0,1 0 0,0 0 0,0 0 0,-1 0 0,1 0 0,0 0 0,-1-1 0,1 1 0,0 0 0,0 0 0,-1 0 0,1 0 0,0 0 0,0 0 0,0-1 0,-1 1 0,1 0 0,0 0 0,0 0 0,0 0 0,-1-1 0,-5-19 0,3-15 0,1-7 0,2-13 0,0 1 0,7 2 0,0 5 0,0 0 0,4 4 0,-1 3 0,5 4 0,4 2 0,3-4 0,11 2 0,1-1 0,2 3 0,0 1 0,-7 1 0,-8 1 0,-7 0 0,0-17 0,-5-1 0,4 1 0,-2-4 0,-3-1 0,-2 4 0,4-9 0,-2 5 0,-2 4 0,5 6 0,5 4 0,4 4 0,5 3 0,2 2 0,3 0 0,6 1 0,8-12 0,-1-1 0,0 0 0,-4 1 0,-2 4 0,-3 2 0,-8 3 0,-7 0 0,-1 2 0,-6 0 0,-3 0 0,2 1 0,4-1 0,4-12 0,-1-1 0,2 1 0,3-16 0,2 1 0,-10 15 0,-11 19 0,-4 23 0,0-1 0,0 1 0,0 0 0,0 0 0,0 0 0,0-1 0,0 1 0,0 0 0,0 0 0,0-1 0,0 1 0,0 0 0,0 0 0,0 0 0,0-1 0,-1 1 0,1 0 0,0 0 0,0 0 0,0 0 0,0-1 0,0 1 0,-1 0 0,1 0 0,0 0 0,0 0 0,0 0 0,0 0 0,-1-1 0,1 1 0,0 0 0,0 0 0,0 0 0,-1 0 0,1 0 0,0 0 0,0 0 0,0 0 0,-1 0 0,1 0 0,0 0 0,0 0 0,-1 0 0,1 0 0,0 0 0,0 0 0,0 0 0,-1 0 0,1 0 0,-17 10 0,0 11 0,-6 7 0,4 4 0,-2 1 0,5 1 0,4-1 0,-3 12 0,-2-1 0,-4 0 0,3-3 0,4-4 0,-3-2 0,4 4 0,4-2 0,-4 0 0,3-2 0,-4-2 0,-4-1 0,2-7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23:15.334"/>
    </inkml:context>
    <inkml:brush xml:id="br0">
      <inkml:brushProperty name="width" value="0.05" units="cm"/>
      <inkml:brushProperty name="height" value="0.05" units="cm"/>
      <inkml:brushProperty name="color" value="#AE198D"/>
      <inkml:brushProperty name="inkEffects" value="galaxy"/>
      <inkml:brushProperty name="anchorX" value="-6172.15771"/>
      <inkml:brushProperty name="anchorY" value="118.56835"/>
      <inkml:brushProperty name="scaleFactor" value="0.5"/>
    </inkml:brush>
  </inkml:definitions>
  <inkml:trace contextRef="#ctx0" brushRef="#br0">1 168 24575,'0'0'0,"0"-5"0,6-3 0,7 2 0,11 1 0,6 1 0,10 2 0,7 0 0,0 2 0,10-6 0,3-1 0,-4 1 0,-5 1 0,-6 2 0,0 1 0,-3 0 0,-4 2 0,-3-6 0,-2 0 0,-2 1 0,0 0 0,-1 2 0,-1 0 0,13-4 0,0 0 0,0 1 0,-2 1 0,4 1 0,-3 2 0,-2-5 0,-2-6 0,3 1 0,-2 1 0,-6 9 0,-15 2 0,-18 1 0,1-1 0,0 0 0,0 0 0,0 0 0,0 0 0,1 1 0,-1-1 0,0 0 0,0 0 0,0 0 0,0 1 0,0-1 0,0 0 0,0 0 0,0 0 0,0 1 0,0-1 0,0 0 0,0 0 0,0 1 0,0-1 0,0 0 0,0 0 0,0 0 0,0 1 0,0-1 0,0 0 0,0 0 0,0 0 0,-1 1 0,1-1 0,0 0 0,0 0 0,0 0 0,0 0 0,0 1 0,-1-1 0,1 0 0,0 0 0,0 0 0,0 0 0,0 0 0,-1 0 0,1 0 0,0 1 0,-1-1 0,-15 9 0,-9 1 0,-7-3 0,-8-1 0,-2-3 0,-4-1 0,1-1 0,3 5 0,3 6 0,4 0 0,1-1 0,3-3 0,-6-2 0,1-3 0,0-1 0,1-2 0,-4 0 0,0 0 0,2-1 0,2 1 0,-5 0 0,1-1 0,1 1 0,3 0 0,-11 0 0,1 0 0,2 0 0,2 0 0,-2 0 0,2 0 0,8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49:49.656"/>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2 0 24575,'0'0'0,"5"6"0,3 7 0,-2 12 0,-1 5 0,-1 3 0,-2 2 0,0 5 0,-2 0 0,0 0 0,0 3 0,0 4 0,-1-2 0,1-2 0,-6-4 0,-1 3 0,1-2 0,1-2 0,1-3 0,2 5 0,0-2 0,2 5 0,0 10 0,0 0 0,0-4 0,1-4 0,-1 2 0,0-5 0,0-3 0,0-9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49:52.520"/>
    </inkml:context>
    <inkml:brush xml:id="br0">
      <inkml:brushProperty name="width" value="0.05" units="cm"/>
      <inkml:brushProperty name="height" value="0.05" units="cm"/>
      <inkml:brushProperty name="color" value="#AE198D"/>
      <inkml:brushProperty name="inkEffects" value="galaxy"/>
      <inkml:brushProperty name="anchorX" value="-846.69421"/>
      <inkml:brushProperty name="anchorY" value="-1959.71899"/>
      <inkml:brushProperty name="scaleFactor" value="0.5"/>
    </inkml:brush>
  </inkml:definitions>
  <inkml:trace contextRef="#ctx0" brushRef="#br0">1 0 24575,'0'0'0,"0"11"0,0 9 0,0 10 0,0 11 0,0 2 0,0 1 0,0-3 0,0 3 0,0-3 0,0-2 0,0-2 0,0 9 0,0-1 0,0-2 0,0-2 0,0 2 0,0-3 0,0-1 0,0-3 0,0 4 0,0-2 0,0-1 0,0-1 0,0 3 0,0 0 0,0-2 0,6-2 0,0-7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49:55.344"/>
    </inkml:context>
    <inkml:brush xml:id="br0">
      <inkml:brushProperty name="width" value="0.05" units="cm"/>
      <inkml:brushProperty name="height" value="0.05" units="cm"/>
      <inkml:brushProperty name="color" value="#AE198D"/>
      <inkml:brushProperty name="inkEffects" value="galaxy"/>
      <inkml:brushProperty name="anchorX" value="-1705.87195"/>
      <inkml:brushProperty name="anchorY" value="-3858.87866"/>
      <inkml:brushProperty name="scaleFactor" value="0.5"/>
    </inkml:brush>
  </inkml:definitions>
  <inkml:trace contextRef="#ctx0" brushRef="#br0">0 0 24575,'0'0'0,"5"5"0,2 8 0,17 12 0,6 5 0,4-3 0,14 13 0,1 1 0,-2-6 0,3-7 0,-4-4 0,8-1 0,3-5 0,3 1 0,-5 2 0,6 2 0,-5-4 0,-5 3 0,-7-5 0,19 7 0,-3 3 0,-4 2 0,-5-4 0,-7 0 0,-5-5 0,1 0 0,-2-5 0,4 2 0,10 9 0,0-3 0,-3 8 0,-5-5 0,-4 2 0,-4-1 0,-3-5 0,4 7 0,-1 0 0,0 2 0,-2-6 0,-1-5 0,11-1 0,0 13 0,-1-4 0,-3 3 0,-3-7 0,-2 1 0,-8-7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49:57.344"/>
    </inkml:context>
    <inkml:brush xml:id="br0">
      <inkml:brushProperty name="width" value="0.05" units="cm"/>
      <inkml:brushProperty name="height" value="0.05" units="cm"/>
      <inkml:brushProperty name="color" value="#AE198D"/>
      <inkml:brushProperty name="inkEffects" value="galaxy"/>
      <inkml:brushProperty name="anchorX" value="-4514.76611"/>
      <inkml:brushProperty name="anchorY" value="-5831.49707"/>
      <inkml:brushProperty name="scaleFactor" value="0.5"/>
    </inkml:brush>
  </inkml:definitions>
  <inkml:trace contextRef="#ctx0" brushRef="#br0">1 1143 24575,'0'0'0,"5"-5"0,8-9 0,5-4 0,6-6 0,3-3 0,3-2 0,0-2 0,8-7 0,12 7 0,0-1 0,-2 2 0,-3 7 0,-5 0 0,-4 6 0,4-1 0,-2-14 0,10-3 0,-1 4 0,10-1 0,10-10 0,14 0 0,-5 6 0,-7 3 0,-5 8 0,-9 2 0,-2-6 0,-7-1 0,-5 4 0,-5 1 0,3 5 0,-1-1 0,-2 6 0,-2 4 0,5-8 0,-1-4 0,-1-3 0,4 3 0,0 5 0,-3 0 0,10-3 0,11-1 0,-2-3 0,-3-2 0,0-2 0,-11 5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50:01.576"/>
    </inkml:context>
    <inkml:brush xml:id="br0">
      <inkml:brushProperty name="width" value="0.05" units="cm"/>
      <inkml:brushProperty name="height" value="0.05" units="cm"/>
      <inkml:brushProperty name="color" value="#AE198D"/>
      <inkml:brushProperty name="inkEffects" value="galaxy"/>
      <inkml:brushProperty name="anchorX" value="-7329.26709"/>
      <inkml:brushProperty name="anchorY" value="-5535.10303"/>
      <inkml:brushProperty name="scaleFactor" value="0.5"/>
    </inkml:brush>
  </inkml:definitions>
  <inkml:trace contextRef="#ctx0" brushRef="#br0">126 19 24575,'0'0'0,"5"5"0,9 8 0,4-1 0,6 0 0,3-4 0,2-2 0,20 4 0,1-2 0,0-2 0,3-1 0,-4-2 0,-6-1 0,-3-1 0,2-1 0,3 0 0,-2-1 0,-2 1 0,-3-6 0,-2 0 0,-3 0 0,-2 1 0,0 1 0,5 2 0,0 0 0,-1 2 0,0 0 0,-1 0 0,-2 0 0,0 1 0,-14-1 0,-16 0 0,-4 0 0,-29-6 0,-17 0 0,-24-6 0,-13 0 0,3 3 0,10 1 0,-1 3 0,-7 3 0,2 0 0,8 2 0,10 0 0,10 1 0,-3-1 0,5 0 0,-2 1 0,-1-1 0,3-6 0,3 0 0,6-1 0,36 9 0,0-2 0,-1 0 0,1 1 0,0-1 0,-1 1 0,1 0 0,-4 1 0,8-2 0,-2 0 0,0 1 0,1-1 0,-1 0 0,1 1 0,-1-1 0,0 1 0,1-1 0,-1 1 0,1-1 0,-1 1 0,1-1 0,-1 1 0,1 0 0,0-1 0,-1 1 0,1 0 0,0-1 0,0 1 0,-1 0 0,1-1 0,0 1 0,0 0 0,0 1 0,-1-2 0,1 1 0,0 0 0,0 0 0,0 0 0,1 0 0,-1 0 0,0 0 0,0 0 0,1 0 0,-1 0 0,1 0 0,-1-1 0,1 1 0,-1 0 0,1 0 0,1 1 0,2 0 0,-1 0 0,0 0 0,0 0 0,1 0 0,-1-1 0,7 3 0,29 8 0,4-4 0,1-2 0,3-4 0,-3-1 0,-2-1 0,-4 0 0,9-1 0,-1 0 0,-3 1 0,10-1 0,2 1 0,-2 0 0,2 0 0,-6 0 0,-4 0 0,-5 0 0,1 0 0,10 0 0,-1 0 0,3 0 0,-4 0 0,-4 0 0,-16 0 0,-17 0 0,-22 0 0,-24 0 0,-9 0 0,-10 0 0,0 0 0,-2 0 0,-2 0 0,-7 0 0,5 0 0,5-6 0,7 0 0,6-1 0,5 2 0,4 1 0,-4 2 0,0 1 0,1 0 0,1 1 0,-5 0 0,1 0 0,0 1 0,15-1 0,14 0 0,13 0 0,12 0 0,8 0 0,5 0 0,2 0 0,2 0 0,6 0 0,0 0 0,-1 0 0,5 0 0,-2 0 0,4 0 0,-2 0 0,3 0 0,-2 0 0,-3 0 0,-3 0 0,9 0 0,-1 0 0,-3 0 0,3 0 0,-2 0 0,-10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50:07.744"/>
    </inkml:context>
    <inkml:brush xml:id="br0">
      <inkml:brushProperty name="width" value="0.05" units="cm"/>
      <inkml:brushProperty name="height" value="0.05" units="cm"/>
      <inkml:brushProperty name="color" value="#AE198D"/>
      <inkml:brushProperty name="inkEffects" value="galaxy"/>
      <inkml:brushProperty name="anchorX" value="-9127.75977"/>
      <inkml:brushProperty name="anchorY" value="-6410.91211"/>
      <inkml:brushProperty name="scaleFactor" value="0.5"/>
    </inkml:brush>
  </inkml:definitions>
  <inkml:trace contextRef="#ctx0" brushRef="#br0">66 0 24575,'0'0'0,"-5"6"0,-3 13 0,2 6 0,1 4 0,1 4 0,2 6 0,0 0 0,2 0 0,0 5 0,0 3 0,0-1 0,0-3 0,1-4 0,-1 3 0,0-2 0,0 4 0,0 10 0,0-2 0,6 3 0,0 2 0,1-4 0,4-6 0,-1-5 0,-2 1 0,-2-3 0,-2-3 0,-1-2 0,-2 10 0,-1-1 0,0-1 0,-1-3 0,1 3 0,-1-2 0,-2-41 0,3 3 0,-1-1 0,0 0 0,0 1 0,0-1 0,0 0 0,0 0 0,-1 0 0,1 0 0,-1 0 0,-2 3 0,5-7 0,-1 2 0,-1 1 0,0-1 0,1 1 0,-1-1 0,0 0 0,1 1 0,-1-1 0,0 0 0,0 0 0,1 0 0,-1 1 0,0-1 0,0 0 0,1 0 0,-1 0 0,0 0 0,0 0 0,1 0 0,-1 0 0,0-1 0,0 1 0,0 0 0,1 0 0,-1-1 0,-1 0 0,1 2 0,0-2 0,-1 0 0,0 0 0,1 0 0,-1 0 0,1-1 0,-1 1 0,1 0 0,-1-1 0,1 1 0,-2-3 0,-12-24 0,4-5 0,4-10 0,3 0 0,3 1 0,0 3 0,8 3 0,0 1 0,0 3 0,-1 1 0,-2 1 0,-1-6 0,-1 0 0,-2 0 0,0 1 0,0-10 0,0 0 0,0 1 0,-1 3 0,1-3 0,0 3 0,-6-3 0,-1-5 0,1 3 0,1 3 0,1-3 0,2-3 0,0 3 0,2 9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50:11.064"/>
    </inkml:context>
    <inkml:brush xml:id="br0">
      <inkml:brushProperty name="width" value="0.05" units="cm"/>
      <inkml:brushProperty name="height" value="0.05" units="cm"/>
      <inkml:brushProperty name="color" value="#AE198D"/>
      <inkml:brushProperty name="inkEffects" value="galaxy"/>
      <inkml:brushProperty name="anchorX" value="-8218.17188"/>
      <inkml:brushProperty name="anchorY" value="-5765.30615"/>
      <inkml:brushProperty name="scaleFactor" value="0.5"/>
    </inkml:brush>
  </inkml:definitions>
  <inkml:trace contextRef="#ctx0" brushRef="#br0">1 1 24575,'0'0'0,"5"0"0,14 0 0,6 6 0,11 12 0,8 1 0,2 4 0,-1-3 0,-4 2 0,9 1 0,-2-3 0,3 13 0,-4 2 0,3-5 0,-4 1 0,-4-2 0,2-6 0,9 6 0,-2 0 0,3-5 0,8 1 0,-4 0 0,1-5 0,-6 1 0,-6 8 0,-6-5 0,1 2 0,-3-5 0,-2 0 0,-2-4 0,4-5 0,4 2 0,0-4 0,-2 4 0,-2 4 0,-3-2 0,-3-4 0,-1 3 0,-1-3 0,5 4 0,0-4 0,0-2 0,-2 3 0,6-2 0,-1-2 0,-2 2 0,-1 5 0,4-1 0,-1-3 0,-2 2 0,-7-2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9T16:50:16.680"/>
    </inkml:context>
    <inkml:brush xml:id="br0">
      <inkml:brushProperty name="width" value="0.05" units="cm"/>
      <inkml:brushProperty name="height" value="0.05" units="cm"/>
      <inkml:brushProperty name="color" value="#AE198D"/>
      <inkml:brushProperty name="inkEffects" value="galaxy"/>
      <inkml:brushProperty name="anchorX" value="-11112.08887"/>
      <inkml:brushProperty name="anchorY" value="-7529.44482"/>
      <inkml:brushProperty name="scaleFactor" value="0.5"/>
    </inkml:brush>
  </inkml:definitions>
  <inkml:trace contextRef="#ctx0" brushRef="#br0">1 1086 24575,'0'0'0,"5"0"0,8 0 0,17 0 0,6 0 0,10 0 0,6 0 0,5 0 0,8 0 0,3 0 0,-50-5 0,-1 2 0,22-7 0,34-15 0,-7 0 0,-3-2 0,3 5 0,-1 5 0,5 0 0,-6 4 0,-48 5 0,0 3 0,15-9 0,29-17 0,-6 3 0,-7 5 0,6 1 0,13-1 0,4-7 0,-11-2 0,11-8 0,-7 0 0,-7 1 0,-8 1 0,-7 3 0,-5 1 0,-3 2 0,-3 8 0,-1 0 0,-6 0 0,-1-1 0,1 5 0,1-1 0,2-2 0,8 4 0,1-1 0,1-2 0,-1-2 0,-1-2 0,-1-2 0,-1-1 0,-1-1 0,0-1 0,-13 6 0,-18 24 0,1 0 0,0 0 0,0-1 0,-1 1 0,1-1 0,-1 1 0,1-1 0,-1 1 0,0-1 0,1-2 0,-1 3 0,0 0 0,0 1 0,-1-1 0,1 1 0,0-1 0,0 0 0,0 1 0,0-1 0,-1 1 0,1-1 0,0 1 0,-1-1 0,1 0 0,0 1 0,-1-1 0,1 1 0,-1 0 0,1-1 0,-1 1 0,1-1 0,-1 0 0,0 2 0,0-2 0,0 1 0,0 0 0,0-1 0,-1 1 0,1 0 0,0 0 0,0 0 0,0 0 0,-1 0 0,1 0 0,0 0 0,-1 1 0,-23 2 0,-4 2 0,-3 7 0,0-1 0,-13 5 0,-6-2 0,1 3 0,2 3 0,5-2 0,4 2 0,4-4 0,2 3 0,-10 1 0,1-3 0,0 3 0,-4 2 0,-9 2 0,2 2 0,-3-3 0,5 0 0,-1 7 0,-7 2 0,-2 1 0,4 1 0,-6-2 0,5-5 0,7-8 0,6-7 0,6 1 0,4 3 0,3-3 0,-4 3 0,-17 10 0,-1-2 0,1 2 0,-13 1 0,4 1 0,12 1 0,12 1 0,34-25 0,1-1 0,-1 1 0,1-1 0,0 1 0,-4 8 0,4-8 0,0 1 0,1 0 0,0 0 0,-2 8 0,-8 22 0,14-34 0,-3 1 0,1 0 0,0 0 0,0 0 0,1 0 0,-1 0 0,1 0 0,0 4 0,0-6 0,0 1 0,-1 0 0,1 0 0,0 0 0,0 0 0,1 0 0,-1-1 0,0 1 0,1 0 0,1 1 0,-2-2 0,0 0 0,1 0 0,-1 0 0,1-1 0,-1 1 0,1 0 0,-1-1 0,1 1 0,0 0 0,-1-1 0,1 0 0,2 1 0,-2-1 0,1 0 0,0 0 0,0 0 0,0-1 0,-1 1 0,1-1 0,5-1 0,29-13 0,1-2 0,7-10 0,-1 1 0,-2-1 0,9-1 0,-2 0 0,9-14 0,-4 0 0,2 5 0,8 3 0,-6 9 0,7 1 0,-6 6 0,-7 7 0,6-14 0,-6 3 0,-4 2 0,-6 5 0,1 5 0,-3-2 0,-2 3 0,-3-4 0,-2 2 0,-1 1 0,-2 4 0,0-4 0,6-5 0,0-4 0,0 1 0,-1-2 0,11-3 0,-1-3 0,-1 5 0,-4 4 0,-2 0 0,-9 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A19D83-C63A-4D66-9FCF-DF6F151AD2C4}" type="datetimeFigureOut">
              <a:rPr lang="en-US" smtClean="0"/>
              <a:t>12/23/2024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9AF498-A928-41C9-BD59-B064F0B78549}" type="slidenum">
              <a:rPr lang="en-US" smtClean="0"/>
              <a:t>‹#›</a:t>
            </a:fld>
            <a:endParaRPr lang="en-US"/>
          </a:p>
        </p:txBody>
      </p:sp>
    </p:spTree>
    <p:extLst>
      <p:ext uri="{BB962C8B-B14F-4D97-AF65-F5344CB8AC3E}">
        <p14:creationId xmlns:p14="http://schemas.microsoft.com/office/powerpoint/2010/main" val="1171659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9AF498-A928-41C9-BD59-B064F0B78549}" type="slidenum">
              <a:rPr lang="en-US" smtClean="0"/>
              <a:t>7</a:t>
            </a:fld>
            <a:endParaRPr lang="en-US"/>
          </a:p>
        </p:txBody>
      </p:sp>
    </p:spTree>
    <p:extLst>
      <p:ext uri="{BB962C8B-B14F-4D97-AF65-F5344CB8AC3E}">
        <p14:creationId xmlns:p14="http://schemas.microsoft.com/office/powerpoint/2010/main" val="2159640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9AF498-A928-41C9-BD59-B064F0B78549}" type="slidenum">
              <a:rPr lang="en-US" smtClean="0"/>
              <a:t>16</a:t>
            </a:fld>
            <a:endParaRPr lang="en-US"/>
          </a:p>
        </p:txBody>
      </p:sp>
    </p:spTree>
    <p:extLst>
      <p:ext uri="{BB962C8B-B14F-4D97-AF65-F5344CB8AC3E}">
        <p14:creationId xmlns:p14="http://schemas.microsoft.com/office/powerpoint/2010/main" val="3044336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9AF498-A928-41C9-BD59-B064F0B78549}" type="slidenum">
              <a:rPr lang="en-US" smtClean="0"/>
              <a:t>28</a:t>
            </a:fld>
            <a:endParaRPr lang="en-US"/>
          </a:p>
        </p:txBody>
      </p:sp>
    </p:spTree>
    <p:extLst>
      <p:ext uri="{BB962C8B-B14F-4D97-AF65-F5344CB8AC3E}">
        <p14:creationId xmlns:p14="http://schemas.microsoft.com/office/powerpoint/2010/main" val="2681508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4E480B-94D6-46F9-A2B6-B98D311FDC19}"/>
              </a:ext>
            </a:extLst>
          </p:cNvPr>
          <p:cNvGrpSpPr/>
          <p:nvPr/>
        </p:nvGrpSpPr>
        <p:grpSpPr>
          <a:xfrm>
            <a:off x="0" y="0"/>
            <a:ext cx="12191999" cy="6861600"/>
            <a:chOff x="1" y="0"/>
            <a:chExt cx="12191999" cy="6861600"/>
          </a:xfrm>
        </p:grpSpPr>
        <p:sp>
          <p:nvSpPr>
            <p:cNvPr id="10" name="Rectangle 9">
              <a:extLst>
                <a:ext uri="{FF2B5EF4-FFF2-40B4-BE49-F238E27FC236}">
                  <a16:creationId xmlns:a16="http://schemas.microsoft.com/office/drawing/2014/main" id="{07183CDE-91A1-40C3-8E80-66F89E1C2D53}"/>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1" name="Oval 10">
              <a:extLst>
                <a:ext uri="{FF2B5EF4-FFF2-40B4-BE49-F238E27FC236}">
                  <a16:creationId xmlns:a16="http://schemas.microsoft.com/office/drawing/2014/main" id="{A6756515-F9AA-46BD-8DD2-AA15BA492AC0}"/>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Oval 11">
              <a:extLst>
                <a:ext uri="{FF2B5EF4-FFF2-40B4-BE49-F238E27FC236}">
                  <a16:creationId xmlns:a16="http://schemas.microsoft.com/office/drawing/2014/main" id="{ABA365E2-8B71-408B-9092-0104216AC7AC}"/>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3" name="Group 12">
              <a:extLst>
                <a:ext uri="{FF2B5EF4-FFF2-40B4-BE49-F238E27FC236}">
                  <a16:creationId xmlns:a16="http://schemas.microsoft.com/office/drawing/2014/main" id="{BEDB8D7A-1BF6-4CDB-B93A-7736955F5043}"/>
                </a:ext>
              </a:extLst>
            </p:cNvPr>
            <p:cNvGrpSpPr>
              <a:grpSpLocks noChangeAspect="1"/>
            </p:cNvGrpSpPr>
            <p:nvPr/>
          </p:nvGrpSpPr>
          <p:grpSpPr>
            <a:xfrm>
              <a:off x="690092" y="0"/>
              <a:ext cx="10800000" cy="6858000"/>
              <a:chOff x="2328000" y="0"/>
              <a:chExt cx="2880000" cy="1440000"/>
            </a:xfrm>
          </p:grpSpPr>
          <p:sp>
            <p:nvSpPr>
              <p:cNvPr id="18" name="Rectangle 17">
                <a:extLst>
                  <a:ext uri="{FF2B5EF4-FFF2-40B4-BE49-F238E27FC236}">
                    <a16:creationId xmlns:a16="http://schemas.microsoft.com/office/drawing/2014/main" id="{5AACD774-5167-46C7-8A62-6E2FE4BE9469}"/>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06E0F2D8-452E-48F9-9912-C47EAEAE180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4" name="Group 13">
              <a:extLst>
                <a:ext uri="{FF2B5EF4-FFF2-40B4-BE49-F238E27FC236}">
                  <a16:creationId xmlns:a16="http://schemas.microsoft.com/office/drawing/2014/main" id="{91FBBF95-430B-427C-A6E8-DB899217FC00}"/>
                </a:ext>
              </a:extLst>
            </p:cNvPr>
            <p:cNvGrpSpPr>
              <a:grpSpLocks noChangeAspect="1"/>
            </p:cNvGrpSpPr>
            <p:nvPr/>
          </p:nvGrpSpPr>
          <p:grpSpPr>
            <a:xfrm rot="5400000">
              <a:off x="7048499" y="1714500"/>
              <a:ext cx="6858000" cy="3429000"/>
              <a:chOff x="0" y="0"/>
              <a:chExt cx="2880000" cy="1440000"/>
            </a:xfrm>
          </p:grpSpPr>
          <p:sp>
            <p:nvSpPr>
              <p:cNvPr id="16" name="Rectangle 15">
                <a:extLst>
                  <a:ext uri="{FF2B5EF4-FFF2-40B4-BE49-F238E27FC236}">
                    <a16:creationId xmlns:a16="http://schemas.microsoft.com/office/drawing/2014/main" id="{BEE64698-3ED2-4395-B7FC-65248E437E0A}"/>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FE20B1E1-CE09-4C2A-A3FB-DB8026C54E9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5" name="Rectangle 14">
              <a:extLst>
                <a:ext uri="{FF2B5EF4-FFF2-40B4-BE49-F238E27FC236}">
                  <a16:creationId xmlns:a16="http://schemas.microsoft.com/office/drawing/2014/main" id="{0CB2405B-A907-48B3-906A-FB3573C0B282}"/>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0" name="Rectangle 19">
            <a:extLst>
              <a:ext uri="{FF2B5EF4-FFF2-40B4-BE49-F238E27FC236}">
                <a16:creationId xmlns:a16="http://schemas.microsoft.com/office/drawing/2014/main" id="{6DC8E2D9-6729-4614-8667-C1016D3182E4}"/>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CEEBB1-1A1F-4A2C-B805-719CF98F68AB}"/>
              </a:ext>
            </a:extLst>
          </p:cNvPr>
          <p:cNvSpPr>
            <a:spLocks noGrp="1"/>
          </p:cNvSpPr>
          <p:nvPr>
            <p:ph type="ctrTitle"/>
          </p:nvPr>
        </p:nvSpPr>
        <p:spPr>
          <a:xfrm>
            <a:off x="540000" y="540000"/>
            <a:ext cx="11090273" cy="3798000"/>
          </a:xfrm>
        </p:spPr>
        <p:txBody>
          <a:bodyPr anchor="b"/>
          <a:lstStyle>
            <a:lvl1pPr algn="l">
              <a:defRPr sz="8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D6CC87B-ED2D-4303-BD40-E7AF14C03EF1}"/>
              </a:ext>
            </a:extLst>
          </p:cNvPr>
          <p:cNvSpPr>
            <a:spLocks noGrp="1"/>
          </p:cNvSpPr>
          <p:nvPr>
            <p:ph type="subTitle" idx="1"/>
          </p:nvPr>
        </p:nvSpPr>
        <p:spPr>
          <a:xfrm>
            <a:off x="540000" y="4508500"/>
            <a:ext cx="7345362" cy="1800224"/>
          </a:xfrm>
        </p:spPr>
        <p:txBody>
          <a:bodyPr/>
          <a:lstStyle>
            <a:lvl1pPr marL="0" indent="0" algn="l">
              <a:buNone/>
              <a:defRPr sz="16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5D880B4-5679-491C-963F-EC47B048C559}"/>
              </a:ext>
            </a:extLst>
          </p:cNvPr>
          <p:cNvSpPr>
            <a:spLocks noGrp="1"/>
          </p:cNvSpPr>
          <p:nvPr>
            <p:ph type="dt" sz="half" idx="10"/>
          </p:nvPr>
        </p:nvSpPr>
        <p:spPr/>
        <p:txBody>
          <a:bodyPr/>
          <a:lstStyle/>
          <a:p>
            <a:fld id="{7CF0BCE0-945C-4FDF-95A1-2149B1FF5B83}" type="datetimeFigureOut">
              <a:rPr lang="en-US" smtClean="0"/>
              <a:t>12/23/2024</a:t>
            </a:fld>
            <a:endParaRPr lang="en-US"/>
          </a:p>
        </p:txBody>
      </p:sp>
      <p:sp>
        <p:nvSpPr>
          <p:cNvPr id="5" name="Footer Placeholder 4">
            <a:extLst>
              <a:ext uri="{FF2B5EF4-FFF2-40B4-BE49-F238E27FC236}">
                <a16:creationId xmlns:a16="http://schemas.microsoft.com/office/drawing/2014/main" id="{01865D6D-3F98-4BE8-A069-B96409902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0CD51D-8E06-4959-88C9-647415079FC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845756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67416F32-9D98-4340-82E8-E90CE00AD2AC}"/>
              </a:ext>
            </a:extLst>
          </p:cNvPr>
          <p:cNvGrpSpPr/>
          <p:nvPr/>
        </p:nvGrpSpPr>
        <p:grpSpPr>
          <a:xfrm flipV="1">
            <a:off x="0" y="-1"/>
            <a:ext cx="12191999" cy="6861601"/>
            <a:chOff x="0" y="-1"/>
            <a:chExt cx="12191999" cy="6861601"/>
          </a:xfrm>
        </p:grpSpPr>
        <p:sp>
          <p:nvSpPr>
            <p:cNvPr id="20" name="Rectangle 19">
              <a:extLst>
                <a:ext uri="{FF2B5EF4-FFF2-40B4-BE49-F238E27FC236}">
                  <a16:creationId xmlns:a16="http://schemas.microsoft.com/office/drawing/2014/main" id="{66375AB4-82BB-418F-A50F-6180F68724A4}"/>
                </a:ext>
              </a:extLst>
            </p:cNvPr>
            <p:cNvSpPr>
              <a:spLocks noChangeAspect="1"/>
            </p:cNvSpPr>
            <p:nvPr/>
          </p:nvSpPr>
          <p:spPr>
            <a:xfrm>
              <a:off x="0" y="0"/>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Oval 20">
              <a:extLst>
                <a:ext uri="{FF2B5EF4-FFF2-40B4-BE49-F238E27FC236}">
                  <a16:creationId xmlns:a16="http://schemas.microsoft.com/office/drawing/2014/main" id="{3FDD54B2-4A3F-4BFE-8FF0-82CA73F4AE8F}"/>
                </a:ext>
              </a:extLst>
            </p:cNvPr>
            <p:cNvSpPr>
              <a:spLocks noChangeAspect="1"/>
            </p:cNvSpPr>
            <p:nvPr/>
          </p:nvSpPr>
          <p:spPr>
            <a:xfrm>
              <a:off x="5750280" y="2148106"/>
              <a:ext cx="4320000" cy="4320000"/>
            </a:xfrm>
            <a:prstGeom prst="ellipse">
              <a:avLst/>
            </a:prstGeom>
            <a:solidFill>
              <a:schemeClr val="accent3">
                <a:alpha val="6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2" name="Oval 21">
              <a:extLst>
                <a:ext uri="{FF2B5EF4-FFF2-40B4-BE49-F238E27FC236}">
                  <a16:creationId xmlns:a16="http://schemas.microsoft.com/office/drawing/2014/main" id="{30876F96-77AB-4E72-B1D2-FA45F4E3C04D}"/>
                </a:ext>
              </a:extLst>
            </p:cNvPr>
            <p:cNvSpPr>
              <a:spLocks noChangeAspect="1"/>
            </p:cNvSpPr>
            <p:nvPr/>
          </p:nvSpPr>
          <p:spPr>
            <a:xfrm>
              <a:off x="0" y="0"/>
              <a:ext cx="6347046" cy="6347046"/>
            </a:xfrm>
            <a:prstGeom prst="ellipse">
              <a:avLst/>
            </a:prstGeom>
            <a:solidFill>
              <a:schemeClr val="accent3">
                <a:alpha val="2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23" name="Group 22">
              <a:extLst>
                <a:ext uri="{FF2B5EF4-FFF2-40B4-BE49-F238E27FC236}">
                  <a16:creationId xmlns:a16="http://schemas.microsoft.com/office/drawing/2014/main" id="{BB08A2E9-6518-449E-940B-8518A1D850BB}"/>
                </a:ext>
              </a:extLst>
            </p:cNvPr>
            <p:cNvGrpSpPr>
              <a:grpSpLocks noChangeAspect="1"/>
            </p:cNvGrpSpPr>
            <p:nvPr/>
          </p:nvGrpSpPr>
          <p:grpSpPr>
            <a:xfrm rot="10800000">
              <a:off x="0" y="-1"/>
              <a:ext cx="10800000" cy="6858000"/>
              <a:chOff x="2328000" y="0"/>
              <a:chExt cx="2880000" cy="1440000"/>
            </a:xfrm>
          </p:grpSpPr>
          <p:sp>
            <p:nvSpPr>
              <p:cNvPr id="28" name="Rectangle 27">
                <a:extLst>
                  <a:ext uri="{FF2B5EF4-FFF2-40B4-BE49-F238E27FC236}">
                    <a16:creationId xmlns:a16="http://schemas.microsoft.com/office/drawing/2014/main" id="{60A86BE0-76B3-4EA0-BA2D-05266013A814}"/>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6BA13564-810C-4398-AA63-67B020811FCB}"/>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5" name="Rectangle 24">
              <a:extLst>
                <a:ext uri="{FF2B5EF4-FFF2-40B4-BE49-F238E27FC236}">
                  <a16:creationId xmlns:a16="http://schemas.microsoft.com/office/drawing/2014/main" id="{3555E1EF-6216-47FA-BBCA-7C0C8C2DAB8C}"/>
                </a:ext>
              </a:extLst>
            </p:cNvPr>
            <p:cNvSpPr>
              <a:spLocks noChangeAspect="1"/>
            </p:cNvSpPr>
            <p:nvPr/>
          </p:nvSpPr>
          <p:spPr>
            <a:xfrm rot="10800000">
              <a:off x="5602286" y="271887"/>
              <a:ext cx="6589713" cy="6589713"/>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32" name="Rectangle 31">
            <a:extLst>
              <a:ext uri="{FF2B5EF4-FFF2-40B4-BE49-F238E27FC236}">
                <a16:creationId xmlns:a16="http://schemas.microsoft.com/office/drawing/2014/main" id="{D8D85657-6A77-4466-887F-EE948B9CD2B2}"/>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C5D35498-B0C3-40BD-9407-6D0C0587E52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492F85E-0893-4D8C-816A-5193CC6DC9C0}"/>
              </a:ext>
            </a:extLst>
          </p:cNvPr>
          <p:cNvSpPr>
            <a:spLocks noGrp="1"/>
          </p:cNvSpPr>
          <p:nvPr>
            <p:ph idx="1"/>
          </p:nvPr>
        </p:nvSpPr>
        <p:spPr/>
        <p:txBody>
          <a:bodyPr/>
          <a:lstStyle>
            <a:lvl1pPr marL="270000">
              <a:defRPr/>
            </a:lvl1pPr>
            <a:lvl2pPr>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5D46A9C-9655-49F5-85B3-A8A37F4F5A8F}"/>
              </a:ext>
            </a:extLst>
          </p:cNvPr>
          <p:cNvSpPr>
            <a:spLocks noGrp="1"/>
          </p:cNvSpPr>
          <p:nvPr>
            <p:ph type="dt" sz="half" idx="10"/>
          </p:nvPr>
        </p:nvSpPr>
        <p:spPr/>
        <p:txBody>
          <a:bodyPr/>
          <a:lstStyle/>
          <a:p>
            <a:fld id="{7CF0BCE0-945C-4FDF-95A1-2149B1FF5B83}" type="datetimeFigureOut">
              <a:rPr lang="en-US" smtClean="0"/>
              <a:t>12/23/2024</a:t>
            </a:fld>
            <a:endParaRPr lang="en-US"/>
          </a:p>
        </p:txBody>
      </p:sp>
      <p:sp>
        <p:nvSpPr>
          <p:cNvPr id="5" name="Footer Placeholder 4">
            <a:extLst>
              <a:ext uri="{FF2B5EF4-FFF2-40B4-BE49-F238E27FC236}">
                <a16:creationId xmlns:a16="http://schemas.microsoft.com/office/drawing/2014/main" id="{72EF896C-71D7-487F-A1B9-CBBE6DF4D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228E8-7B8A-4153-BEB2-BD5A69F2513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666841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E54407D-DBA4-414C-ACA5-30D7B87C652B}"/>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6BD518BC-8E44-4DAA-A8B9-2CFBD91DCDCD}"/>
                </a:ext>
              </a:extLst>
            </p:cNvPr>
            <p:cNvSpPr/>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67C3660-39CD-431D-8E64-37508FFEAC96}"/>
                </a:ext>
              </a:extLst>
            </p:cNvPr>
            <p:cNvGrpSpPr>
              <a:grpSpLocks noChangeAspect="1"/>
            </p:cNvGrpSpPr>
            <p:nvPr/>
          </p:nvGrpSpPr>
          <p:grpSpPr>
            <a:xfrm>
              <a:off x="5603875" y="0"/>
              <a:ext cx="6521820" cy="3260910"/>
              <a:chOff x="0" y="0"/>
              <a:chExt cx="2880000" cy="1440000"/>
            </a:xfrm>
          </p:grpSpPr>
          <p:sp>
            <p:nvSpPr>
              <p:cNvPr id="9" name="Rectangle 8">
                <a:extLst>
                  <a:ext uri="{FF2B5EF4-FFF2-40B4-BE49-F238E27FC236}">
                    <a16:creationId xmlns:a16="http://schemas.microsoft.com/office/drawing/2014/main" id="{C4CCE569-E461-438A-A235-B96A542AF82F}"/>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3F9DF1F-1F74-476C-AD41-22AC3F8A65A0}"/>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BE49ED5-9713-43D1-AE9E-3F9FE5574077}"/>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21A2854-1482-4441-85EA-D7B9F3EF56D2}"/>
                </a:ext>
              </a:extLst>
            </p:cNvPr>
            <p:cNvSpPr>
              <a:spLocks noChangeAspect="1"/>
            </p:cNvSpPr>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FED36A6D-894D-44DA-851C-345A414F3F68}"/>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D36F1DF-CD42-4695-A7D0-2F5B193057E9}"/>
              </a:ext>
            </a:extLst>
          </p:cNvPr>
          <p:cNvSpPr>
            <a:spLocks noGrp="1"/>
          </p:cNvSpPr>
          <p:nvPr>
            <p:ph type="title"/>
          </p:nvPr>
        </p:nvSpPr>
        <p:spPr>
          <a:xfrm>
            <a:off x="540000" y="540000"/>
            <a:ext cx="7345362" cy="5768725"/>
          </a:xfrm>
        </p:spPr>
        <p:txBody>
          <a:bodyPr anchor="t"/>
          <a:lstStyle>
            <a:lvl1pPr>
              <a:defRPr sz="8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549160-0F86-4FCA-8718-6980E99C7938}"/>
              </a:ext>
            </a:extLst>
          </p:cNvPr>
          <p:cNvSpPr>
            <a:spLocks noGrp="1"/>
          </p:cNvSpPr>
          <p:nvPr>
            <p:ph type="body" idx="1"/>
          </p:nvPr>
        </p:nvSpPr>
        <p:spPr>
          <a:xfrm>
            <a:off x="8075612" y="540000"/>
            <a:ext cx="3565523" cy="5768725"/>
          </a:xfrm>
        </p:spPr>
        <p:txBody>
          <a:bodyPr anchor="t"/>
          <a:lstStyle>
            <a:lvl1pPr marL="0" indent="0">
              <a:buNone/>
              <a:defRPr sz="18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5C6CBB-DABA-4F2E-8574-46747E15EA1A}"/>
              </a:ext>
            </a:extLst>
          </p:cNvPr>
          <p:cNvSpPr>
            <a:spLocks noGrp="1"/>
          </p:cNvSpPr>
          <p:nvPr>
            <p:ph type="dt" sz="half" idx="10"/>
          </p:nvPr>
        </p:nvSpPr>
        <p:spPr/>
        <p:txBody>
          <a:bodyPr/>
          <a:lstStyle/>
          <a:p>
            <a:fld id="{7CF0BCE0-945C-4FDF-95A1-2149B1FF5B83}" type="datetimeFigureOut">
              <a:rPr lang="en-US" smtClean="0"/>
              <a:t>12/23/2024</a:t>
            </a:fld>
            <a:endParaRPr lang="en-US" dirty="0"/>
          </a:p>
        </p:txBody>
      </p:sp>
      <p:sp>
        <p:nvSpPr>
          <p:cNvPr id="5" name="Footer Placeholder 4">
            <a:extLst>
              <a:ext uri="{FF2B5EF4-FFF2-40B4-BE49-F238E27FC236}">
                <a16:creationId xmlns:a16="http://schemas.microsoft.com/office/drawing/2014/main" id="{8FAF86BC-9ECC-439C-BF2E-F0B7EF193B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742552-C4C9-44EE-B7CB-5A652393BA20}"/>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571097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5774299-531D-4CAC-881D-7EB68BC99FCC}"/>
              </a:ext>
            </a:extLst>
          </p:cNvPr>
          <p:cNvGrpSpPr/>
          <p:nvPr/>
        </p:nvGrpSpPr>
        <p:grpSpPr>
          <a:xfrm>
            <a:off x="0" y="-3"/>
            <a:ext cx="12192000" cy="6858003"/>
            <a:chOff x="0" y="-3"/>
            <a:chExt cx="12192000" cy="6858003"/>
          </a:xfrm>
        </p:grpSpPr>
        <p:sp useBgFill="1">
          <p:nvSpPr>
            <p:cNvPr id="9" name="Rectangle 8">
              <a:extLst>
                <a:ext uri="{FF2B5EF4-FFF2-40B4-BE49-F238E27FC236}">
                  <a16:creationId xmlns:a16="http://schemas.microsoft.com/office/drawing/2014/main" id="{A17676CF-DDCC-48C1-AC68-CDA0B9E47FD8}"/>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052D363-F6F5-455B-A2F2-A12B30CEE528}"/>
                </a:ext>
              </a:extLst>
            </p:cNvPr>
            <p:cNvGrpSpPr>
              <a:grpSpLocks noChangeAspect="1"/>
            </p:cNvGrpSpPr>
            <p:nvPr/>
          </p:nvGrpSpPr>
          <p:grpSpPr>
            <a:xfrm>
              <a:off x="672000" y="-3"/>
              <a:ext cx="11520000" cy="5760000"/>
              <a:chOff x="5981700" y="-1"/>
              <a:chExt cx="6042660" cy="3021330"/>
            </a:xfrm>
          </p:grpSpPr>
          <p:sp>
            <p:nvSpPr>
              <p:cNvPr id="17" name="Rectangle 16">
                <a:extLst>
                  <a:ext uri="{FF2B5EF4-FFF2-40B4-BE49-F238E27FC236}">
                    <a16:creationId xmlns:a16="http://schemas.microsoft.com/office/drawing/2014/main" id="{D0C396B8-00CA-4AE9-A0A5-B4E2B2A2AC07}"/>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660166-3107-4058-A259-59B0527306BD}"/>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42BE934E-3063-4D0F-AFDE-68D58D336CBE}"/>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039660FA-744A-4CB3-9BED-C59793E3BF32}"/>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313EEC-733B-4019-8A0B-3FA768B8DB7A}"/>
                </a:ext>
              </a:extLst>
            </p:cNvPr>
            <p:cNvGrpSpPr/>
            <p:nvPr/>
          </p:nvGrpSpPr>
          <p:grpSpPr>
            <a:xfrm rot="10800000">
              <a:off x="1" y="2948940"/>
              <a:ext cx="7818118" cy="3909059"/>
              <a:chOff x="0" y="0"/>
              <a:chExt cx="2880000" cy="1440000"/>
            </a:xfrm>
          </p:grpSpPr>
          <p:sp>
            <p:nvSpPr>
              <p:cNvPr id="15" name="Rectangle 14">
                <a:extLst>
                  <a:ext uri="{FF2B5EF4-FFF2-40B4-BE49-F238E27FC236}">
                    <a16:creationId xmlns:a16="http://schemas.microsoft.com/office/drawing/2014/main" id="{421FE91F-780C-4ABD-ADE8-0EFDB7196A10}"/>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9EA389-EE78-4475-A390-5EDED23C2D68}"/>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5E492A94-8867-4C62-9D40-4023C41E0AF8}"/>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A3DAD7C5-BA12-4557-8BC4-72C69B0D59DD}"/>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54412EC-56C0-4009-B2E3-D63F9EECB9D4}"/>
              </a:ext>
            </a:extLst>
          </p:cNvPr>
          <p:cNvSpPr>
            <a:spLocks noGrp="1"/>
          </p:cNvSpPr>
          <p:nvPr>
            <p:ph type="title"/>
          </p:nvPr>
        </p:nvSpPr>
        <p:spPr>
          <a:xfrm>
            <a:off x="540000" y="539999"/>
            <a:ext cx="11090275" cy="120960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B70C84F-F3B7-4BF4-A328-BCF5ADD32944}"/>
              </a:ext>
            </a:extLst>
          </p:cNvPr>
          <p:cNvSpPr>
            <a:spLocks noGrp="1"/>
          </p:cNvSpPr>
          <p:nvPr>
            <p:ph sz="half" idx="1"/>
          </p:nvPr>
        </p:nvSpPr>
        <p:spPr>
          <a:xfrm>
            <a:off x="54000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F919CD5-DBB4-4749-980D-B5B40ECB67B9}"/>
              </a:ext>
            </a:extLst>
          </p:cNvPr>
          <p:cNvSpPr>
            <a:spLocks noGrp="1"/>
          </p:cNvSpPr>
          <p:nvPr>
            <p:ph sz="half" idx="2"/>
          </p:nvPr>
        </p:nvSpPr>
        <p:spPr>
          <a:xfrm>
            <a:off x="6203950" y="1929600"/>
            <a:ext cx="5437186" cy="438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BCFC378-6572-43DF-8344-59DE8122CD12}"/>
              </a:ext>
            </a:extLst>
          </p:cNvPr>
          <p:cNvSpPr>
            <a:spLocks noGrp="1"/>
          </p:cNvSpPr>
          <p:nvPr>
            <p:ph type="dt" sz="half" idx="10"/>
          </p:nvPr>
        </p:nvSpPr>
        <p:spPr/>
        <p:txBody>
          <a:bodyPr/>
          <a:lstStyle/>
          <a:p>
            <a:fld id="{7CF0BCE0-945C-4FDF-95A1-2149B1FF5B83}" type="datetimeFigureOut">
              <a:rPr lang="en-US" smtClean="0"/>
              <a:t>12/23/2024</a:t>
            </a:fld>
            <a:endParaRPr lang="en-US"/>
          </a:p>
        </p:txBody>
      </p:sp>
      <p:sp>
        <p:nvSpPr>
          <p:cNvPr id="6" name="Footer Placeholder 5">
            <a:extLst>
              <a:ext uri="{FF2B5EF4-FFF2-40B4-BE49-F238E27FC236}">
                <a16:creationId xmlns:a16="http://schemas.microsoft.com/office/drawing/2014/main" id="{36967A14-246A-4DDF-865C-68F6E1690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74B6D-E110-478C-94B9-2F8199E586DC}"/>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848209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130F7E5-A40E-4C9C-8E4F-3935B9182C4A}"/>
              </a:ext>
            </a:extLst>
          </p:cNvPr>
          <p:cNvGrpSpPr/>
          <p:nvPr/>
        </p:nvGrpSpPr>
        <p:grpSpPr>
          <a:xfrm>
            <a:off x="0" y="-2"/>
            <a:ext cx="12191999" cy="6858001"/>
            <a:chOff x="0" y="-2"/>
            <a:chExt cx="12191999" cy="6858001"/>
          </a:xfrm>
        </p:grpSpPr>
        <p:sp>
          <p:nvSpPr>
            <p:cNvPr id="12" name="Rectangle 11">
              <a:extLst>
                <a:ext uri="{FF2B5EF4-FFF2-40B4-BE49-F238E27FC236}">
                  <a16:creationId xmlns:a16="http://schemas.microsoft.com/office/drawing/2014/main" id="{AE67B504-02A7-4203-87D0-07D333D71917}"/>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DA1158F3-E1C3-400D-8505-628DB94365CE}"/>
                </a:ext>
              </a:extLst>
            </p:cNvPr>
            <p:cNvGrpSpPr/>
            <p:nvPr/>
          </p:nvGrpSpPr>
          <p:grpSpPr>
            <a:xfrm rot="16200000">
              <a:off x="2295528" y="-2295528"/>
              <a:ext cx="6858000" cy="11449051"/>
              <a:chOff x="0" y="2333625"/>
              <a:chExt cx="9515474" cy="3766109"/>
            </a:xfrm>
          </p:grpSpPr>
          <p:sp>
            <p:nvSpPr>
              <p:cNvPr id="23" name="Rectangle 22">
                <a:extLst>
                  <a:ext uri="{FF2B5EF4-FFF2-40B4-BE49-F238E27FC236}">
                    <a16:creationId xmlns:a16="http://schemas.microsoft.com/office/drawing/2014/main" id="{0AEADDCE-3295-4F24-8700-C93B5457C2B7}"/>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F95C76A-5429-458C-BC9D-E1053EF7B84F}"/>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3D0E8A42-259A-43FA-B284-B459D7364097}"/>
                </a:ext>
              </a:extLst>
            </p:cNvPr>
            <p:cNvGrpSpPr>
              <a:grpSpLocks noChangeAspect="1"/>
            </p:cNvGrpSpPr>
            <p:nvPr/>
          </p:nvGrpSpPr>
          <p:grpSpPr>
            <a:xfrm rot="5400000">
              <a:off x="3583369" y="-3583369"/>
              <a:ext cx="4713262" cy="11880000"/>
              <a:chOff x="1" y="0"/>
              <a:chExt cx="8305797" cy="6858000"/>
            </a:xfrm>
          </p:grpSpPr>
          <p:sp>
            <p:nvSpPr>
              <p:cNvPr id="21" name="Rectangle 20">
                <a:extLst>
                  <a:ext uri="{FF2B5EF4-FFF2-40B4-BE49-F238E27FC236}">
                    <a16:creationId xmlns:a16="http://schemas.microsoft.com/office/drawing/2014/main" id="{7900B4F1-619C-4C0E-B749-1843F22C946A}"/>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E6F70BB-DCCC-4CF0-B5BB-95A965A99947}"/>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83E6C50C-C1DA-44E1-B254-3B7228879DCD}"/>
                </a:ext>
              </a:extLst>
            </p:cNvPr>
            <p:cNvGrpSpPr/>
            <p:nvPr/>
          </p:nvGrpSpPr>
          <p:grpSpPr>
            <a:xfrm>
              <a:off x="2676525" y="0"/>
              <a:ext cx="9515473" cy="3766109"/>
              <a:chOff x="2333625" y="2433367"/>
              <a:chExt cx="9897159" cy="3766109"/>
            </a:xfrm>
          </p:grpSpPr>
          <p:sp>
            <p:nvSpPr>
              <p:cNvPr id="19" name="Rectangle 18">
                <a:extLst>
                  <a:ext uri="{FF2B5EF4-FFF2-40B4-BE49-F238E27FC236}">
                    <a16:creationId xmlns:a16="http://schemas.microsoft.com/office/drawing/2014/main" id="{DFC6EEED-A40A-4D1C-BE6B-11DD62770607}"/>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7FF3FB-FDFC-4659-A7D6-ABED74010E82}"/>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1548ED5-6668-4672-88DC-40E92508ACA2}"/>
                </a:ext>
              </a:extLst>
            </p:cNvPr>
            <p:cNvGrpSpPr/>
            <p:nvPr/>
          </p:nvGrpSpPr>
          <p:grpSpPr>
            <a:xfrm>
              <a:off x="0" y="0"/>
              <a:ext cx="9515473" cy="3766109"/>
              <a:chOff x="0" y="2333625"/>
              <a:chExt cx="9515473" cy="3766109"/>
            </a:xfrm>
          </p:grpSpPr>
          <p:sp>
            <p:nvSpPr>
              <p:cNvPr id="17" name="Rectangle 16">
                <a:extLst>
                  <a:ext uri="{FF2B5EF4-FFF2-40B4-BE49-F238E27FC236}">
                    <a16:creationId xmlns:a16="http://schemas.microsoft.com/office/drawing/2014/main" id="{975AE1B2-E73F-4E6E-AAFB-FB1C02684D3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50F2D6-C0E1-4AFE-AB87-083292737609}"/>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5" name="Rectangle 24">
            <a:extLst>
              <a:ext uri="{FF2B5EF4-FFF2-40B4-BE49-F238E27FC236}">
                <a16:creationId xmlns:a16="http://schemas.microsoft.com/office/drawing/2014/main" id="{4ECC0D66-F2BE-4BF4-87F6-CE618B5C8916}"/>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9A0BCA11-08C2-4C9A-B0A3-31C9051CDF9E}"/>
              </a:ext>
            </a:extLst>
          </p:cNvPr>
          <p:cNvSpPr>
            <a:spLocks noGrp="1"/>
          </p:cNvSpPr>
          <p:nvPr>
            <p:ph type="title"/>
          </p:nvPr>
        </p:nvSpPr>
        <p:spPr>
          <a:xfrm>
            <a:off x="540000" y="539999"/>
            <a:ext cx="11090273" cy="1210396"/>
          </a:xfrm>
        </p:spPr>
        <p:txBody>
          <a:bodyPr>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662CEB0-C969-40EA-A5E2-8D875E28A6B6}"/>
              </a:ext>
            </a:extLst>
          </p:cNvPr>
          <p:cNvSpPr>
            <a:spLocks noGrp="1"/>
          </p:cNvSpPr>
          <p:nvPr>
            <p:ph type="body" idx="1"/>
          </p:nvPr>
        </p:nvSpPr>
        <p:spPr>
          <a:xfrm>
            <a:off x="540000" y="1929783"/>
            <a:ext cx="5448052" cy="792161"/>
          </a:xfrm>
        </p:spPr>
        <p:txBody>
          <a:bodyPr anchor="b"/>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F41A6-112E-4305-A0BA-6E119A77AC10}"/>
              </a:ext>
            </a:extLst>
          </p:cNvPr>
          <p:cNvSpPr>
            <a:spLocks noGrp="1"/>
          </p:cNvSpPr>
          <p:nvPr>
            <p:ph sz="half" idx="2"/>
          </p:nvPr>
        </p:nvSpPr>
        <p:spPr>
          <a:xfrm>
            <a:off x="54000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AC672C5-31B9-443B-8DEE-5523646891F7}"/>
              </a:ext>
            </a:extLst>
          </p:cNvPr>
          <p:cNvSpPr>
            <a:spLocks noGrp="1"/>
          </p:cNvSpPr>
          <p:nvPr>
            <p:ph type="body" sz="quarter" idx="3"/>
          </p:nvPr>
        </p:nvSpPr>
        <p:spPr>
          <a:xfrm>
            <a:off x="6203949" y="1929782"/>
            <a:ext cx="5437187" cy="792000"/>
          </a:xfrm>
        </p:spPr>
        <p:txBody>
          <a:bodyPr anchor="b"/>
          <a:lstStyle>
            <a:lvl1pPr marL="0" indent="0">
              <a:buNone/>
              <a:defRPr sz="1600" b="0" i="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4D18B9D-8B21-4249-A3AD-8FBE48F0F55B}"/>
              </a:ext>
            </a:extLst>
          </p:cNvPr>
          <p:cNvSpPr>
            <a:spLocks noGrp="1"/>
          </p:cNvSpPr>
          <p:nvPr>
            <p:ph sz="quarter" idx="4"/>
          </p:nvPr>
        </p:nvSpPr>
        <p:spPr>
          <a:xfrm>
            <a:off x="6203950" y="2937844"/>
            <a:ext cx="5437186" cy="3376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5B60881-13B2-4064-84FB-6D071F36C433}"/>
              </a:ext>
            </a:extLst>
          </p:cNvPr>
          <p:cNvSpPr>
            <a:spLocks noGrp="1"/>
          </p:cNvSpPr>
          <p:nvPr>
            <p:ph type="dt" sz="half" idx="10"/>
          </p:nvPr>
        </p:nvSpPr>
        <p:spPr/>
        <p:txBody>
          <a:bodyPr/>
          <a:lstStyle/>
          <a:p>
            <a:fld id="{7CF0BCE0-945C-4FDF-95A1-2149B1FF5B83}" type="datetimeFigureOut">
              <a:rPr lang="en-US" smtClean="0"/>
              <a:t>12/23/2024</a:t>
            </a:fld>
            <a:endParaRPr lang="en-US"/>
          </a:p>
        </p:txBody>
      </p:sp>
      <p:sp>
        <p:nvSpPr>
          <p:cNvPr id="8" name="Footer Placeholder 7">
            <a:extLst>
              <a:ext uri="{FF2B5EF4-FFF2-40B4-BE49-F238E27FC236}">
                <a16:creationId xmlns:a16="http://schemas.microsoft.com/office/drawing/2014/main" id="{249FCE5D-D5EF-485D-97FA-2614FF9642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F204FC-4F66-417C-8E4B-74772ED057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7334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521FD20-B9D4-4FD1-9AAD-F4157555AD62}"/>
              </a:ext>
            </a:extLst>
          </p:cNvPr>
          <p:cNvGrpSpPr/>
          <p:nvPr/>
        </p:nvGrpSpPr>
        <p:grpSpPr>
          <a:xfrm rot="10800000">
            <a:off x="1392000" y="0"/>
            <a:ext cx="10800000" cy="6858000"/>
            <a:chOff x="0" y="0"/>
            <a:chExt cx="10800000" cy="6858000"/>
          </a:xfrm>
        </p:grpSpPr>
        <p:sp>
          <p:nvSpPr>
            <p:cNvPr id="15" name="Rectangle 14">
              <a:extLst>
                <a:ext uri="{FF2B5EF4-FFF2-40B4-BE49-F238E27FC236}">
                  <a16:creationId xmlns:a16="http://schemas.microsoft.com/office/drawing/2014/main" id="{27477A35-8424-45D6-A66E-8ACFA6C405B5}"/>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8BFBA1CE-E9AC-40C0-A7F9-E5671F5FEF9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D0C2729A-59F8-46A4-9AAA-7665E5966E2D}"/>
              </a:ext>
            </a:extLst>
          </p:cNvPr>
          <p:cNvGrpSpPr>
            <a:grpSpLocks noChangeAspect="1"/>
          </p:cNvGrpSpPr>
          <p:nvPr/>
        </p:nvGrpSpPr>
        <p:grpSpPr>
          <a:xfrm rot="16200000" flipH="1">
            <a:off x="-1714500" y="1714500"/>
            <a:ext cx="6858000" cy="3429000"/>
            <a:chOff x="0" y="0"/>
            <a:chExt cx="2880000" cy="1440000"/>
          </a:xfrm>
        </p:grpSpPr>
        <p:sp>
          <p:nvSpPr>
            <p:cNvPr id="13" name="Rectangle 12">
              <a:extLst>
                <a:ext uri="{FF2B5EF4-FFF2-40B4-BE49-F238E27FC236}">
                  <a16:creationId xmlns:a16="http://schemas.microsoft.com/office/drawing/2014/main" id="{83EBBB96-590D-4704-87AD-A00AE2424DE8}"/>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889BAB7D-5298-40B9-910B-136D0C6A9934}"/>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2" name="Rectangle 11">
            <a:extLst>
              <a:ext uri="{FF2B5EF4-FFF2-40B4-BE49-F238E27FC236}">
                <a16:creationId xmlns:a16="http://schemas.microsoft.com/office/drawing/2014/main" id="{F323EA00-E168-4864-883B-358A7CDF9153}"/>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8" name="Rectangle 17">
            <a:extLst>
              <a:ext uri="{FF2B5EF4-FFF2-40B4-BE49-F238E27FC236}">
                <a16:creationId xmlns:a16="http://schemas.microsoft.com/office/drawing/2014/main" id="{CA4F2DFA-2F27-43FB-B08C-0787FA44B0D1}"/>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9" name="Rectangle 18">
            <a:extLst>
              <a:ext uri="{FF2B5EF4-FFF2-40B4-BE49-F238E27FC236}">
                <a16:creationId xmlns:a16="http://schemas.microsoft.com/office/drawing/2014/main" id="{7D750354-CD8D-4A3B-A7AC-04622BCB0499}"/>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F3ED3C6-DA43-4D1C-9056-407A4FB1C6AB}"/>
              </a:ext>
            </a:extLst>
          </p:cNvPr>
          <p:cNvSpPr>
            <a:spLocks noGrp="1"/>
          </p:cNvSpPr>
          <p:nvPr>
            <p:ph type="title"/>
          </p:nvPr>
        </p:nvSpPr>
        <p:spPr>
          <a:xfrm>
            <a:off x="550863" y="549276"/>
            <a:ext cx="11090275" cy="5759450"/>
          </a:xfrm>
        </p:spPr>
        <p:txBody>
          <a:bodyPr/>
          <a:lstStyle>
            <a:lvl1pPr>
              <a:defRPr sz="8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20CEB41-E921-45ED-951A-861E31E01336}"/>
              </a:ext>
            </a:extLst>
          </p:cNvPr>
          <p:cNvSpPr>
            <a:spLocks noGrp="1"/>
          </p:cNvSpPr>
          <p:nvPr>
            <p:ph type="dt" sz="half" idx="10"/>
          </p:nvPr>
        </p:nvSpPr>
        <p:spPr/>
        <p:txBody>
          <a:bodyPr/>
          <a:lstStyle/>
          <a:p>
            <a:fld id="{7CF0BCE0-945C-4FDF-95A1-2149B1FF5B83}" type="datetimeFigureOut">
              <a:rPr lang="en-US" smtClean="0"/>
              <a:t>12/23/2024</a:t>
            </a:fld>
            <a:endParaRPr lang="en-US"/>
          </a:p>
        </p:txBody>
      </p:sp>
      <p:sp>
        <p:nvSpPr>
          <p:cNvPr id="4" name="Footer Placeholder 3">
            <a:extLst>
              <a:ext uri="{FF2B5EF4-FFF2-40B4-BE49-F238E27FC236}">
                <a16:creationId xmlns:a16="http://schemas.microsoft.com/office/drawing/2014/main" id="{8F6B422D-769C-4E63-8763-ABBB88500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38FB6F-2D68-40C0-B628-142011F34A01}"/>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444944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ED88E92-14F3-4B58-9E48-1D79E139A89E}"/>
              </a:ext>
            </a:extLst>
          </p:cNvPr>
          <p:cNvGrpSpPr/>
          <p:nvPr/>
        </p:nvGrpSpPr>
        <p:grpSpPr>
          <a:xfrm>
            <a:off x="0" y="0"/>
            <a:ext cx="12191999" cy="6861600"/>
            <a:chOff x="1" y="0"/>
            <a:chExt cx="12191999" cy="6861600"/>
          </a:xfrm>
        </p:grpSpPr>
        <p:sp>
          <p:nvSpPr>
            <p:cNvPr id="6" name="Rectangle 5">
              <a:extLst>
                <a:ext uri="{FF2B5EF4-FFF2-40B4-BE49-F238E27FC236}">
                  <a16:creationId xmlns:a16="http://schemas.microsoft.com/office/drawing/2014/main" id="{A6466AE7-32B6-4334-AF41-B9387E6726C5}"/>
                </a:ext>
              </a:extLst>
            </p:cNvPr>
            <p:cNvSpPr>
              <a:spLocks noChangeAspect="1"/>
            </p:cNvSpPr>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7" name="Oval 6">
              <a:extLst>
                <a:ext uri="{FF2B5EF4-FFF2-40B4-BE49-F238E27FC236}">
                  <a16:creationId xmlns:a16="http://schemas.microsoft.com/office/drawing/2014/main" id="{659C09F8-90CD-443F-9AA1-D08C56A605BB}"/>
                </a:ext>
              </a:extLst>
            </p:cNvPr>
            <p:cNvSpPr>
              <a:spLocks noChangeAspect="1"/>
            </p:cNvSpPr>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Oval 7">
              <a:extLst>
                <a:ext uri="{FF2B5EF4-FFF2-40B4-BE49-F238E27FC236}">
                  <a16:creationId xmlns:a16="http://schemas.microsoft.com/office/drawing/2014/main" id="{DC7304AB-BE7D-45AC-A876-4A24543AE5B3}"/>
                </a:ext>
              </a:extLst>
            </p:cNvPr>
            <p:cNvSpPr>
              <a:spLocks noChangeAspect="1"/>
            </p:cNvSpPr>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9" name="Group 8">
              <a:extLst>
                <a:ext uri="{FF2B5EF4-FFF2-40B4-BE49-F238E27FC236}">
                  <a16:creationId xmlns:a16="http://schemas.microsoft.com/office/drawing/2014/main" id="{8E11922B-DDB3-46D7-B1BD-C1CCDB3C42E3}"/>
                </a:ext>
              </a:extLst>
            </p:cNvPr>
            <p:cNvGrpSpPr>
              <a:grpSpLocks noChangeAspect="1"/>
            </p:cNvGrpSpPr>
            <p:nvPr/>
          </p:nvGrpSpPr>
          <p:grpSpPr>
            <a:xfrm>
              <a:off x="690092" y="0"/>
              <a:ext cx="10800000" cy="6858000"/>
              <a:chOff x="2328000" y="0"/>
              <a:chExt cx="2880000" cy="1440000"/>
            </a:xfrm>
          </p:grpSpPr>
          <p:sp>
            <p:nvSpPr>
              <p:cNvPr id="14" name="Rectangle 13">
                <a:extLst>
                  <a:ext uri="{FF2B5EF4-FFF2-40B4-BE49-F238E27FC236}">
                    <a16:creationId xmlns:a16="http://schemas.microsoft.com/office/drawing/2014/main" id="{C580F8F6-E662-4BCD-AC9C-7E5DDBD5A773}"/>
                  </a:ext>
                </a:extLst>
              </p:cNvPr>
              <p:cNvSpPr/>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9A333FE5-ADB0-48EE-A1A6-9AA36DA343A2}"/>
                  </a:ext>
                </a:extLst>
              </p:cNvPr>
              <p:cNvSpPr/>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0B09CD4F-6DF4-48AA-BD35-23E3F2A643F7}"/>
                </a:ext>
              </a:extLst>
            </p:cNvPr>
            <p:cNvGrpSpPr>
              <a:grpSpLocks noChangeAspect="1"/>
            </p:cNvGrpSpPr>
            <p:nvPr/>
          </p:nvGrpSpPr>
          <p:grpSpPr>
            <a:xfrm rot="5400000">
              <a:off x="7048499" y="1714500"/>
              <a:ext cx="6858000" cy="3429000"/>
              <a:chOff x="0" y="0"/>
              <a:chExt cx="2880000" cy="1440000"/>
            </a:xfrm>
          </p:grpSpPr>
          <p:sp>
            <p:nvSpPr>
              <p:cNvPr id="12" name="Rectangle 11">
                <a:extLst>
                  <a:ext uri="{FF2B5EF4-FFF2-40B4-BE49-F238E27FC236}">
                    <a16:creationId xmlns:a16="http://schemas.microsoft.com/office/drawing/2014/main" id="{02223219-ACCC-42F2-A1B4-E3C8C8AB12A4}"/>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510B0E9-9BA0-4357-9E04-554C19BAAC8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1" name="Rectangle 10">
              <a:extLst>
                <a:ext uri="{FF2B5EF4-FFF2-40B4-BE49-F238E27FC236}">
                  <a16:creationId xmlns:a16="http://schemas.microsoft.com/office/drawing/2014/main" id="{DF06DA80-525A-4C9E-A441-50630AA772A4}"/>
                </a:ext>
              </a:extLst>
            </p:cNvPr>
            <p:cNvSpPr>
              <a:spLocks noChangeAspect="1"/>
            </p:cNvSpPr>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6" name="Rectangle 15">
            <a:extLst>
              <a:ext uri="{FF2B5EF4-FFF2-40B4-BE49-F238E27FC236}">
                <a16:creationId xmlns:a16="http://schemas.microsoft.com/office/drawing/2014/main" id="{E841E027-8E53-4FEB-8605-2124D85731CA}"/>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Date Placeholder 1">
            <a:extLst>
              <a:ext uri="{FF2B5EF4-FFF2-40B4-BE49-F238E27FC236}">
                <a16:creationId xmlns:a16="http://schemas.microsoft.com/office/drawing/2014/main" id="{7DD871A2-AE80-4408-AA95-DC60D132E9E3}"/>
              </a:ext>
            </a:extLst>
          </p:cNvPr>
          <p:cNvSpPr>
            <a:spLocks noGrp="1"/>
          </p:cNvSpPr>
          <p:nvPr>
            <p:ph type="dt" sz="half" idx="10"/>
          </p:nvPr>
        </p:nvSpPr>
        <p:spPr/>
        <p:txBody>
          <a:bodyPr/>
          <a:lstStyle/>
          <a:p>
            <a:fld id="{7CF0BCE0-945C-4FDF-95A1-2149B1FF5B83}" type="datetimeFigureOut">
              <a:rPr lang="en-US" smtClean="0"/>
              <a:t>12/23/2024</a:t>
            </a:fld>
            <a:endParaRPr lang="en-US"/>
          </a:p>
        </p:txBody>
      </p:sp>
      <p:sp>
        <p:nvSpPr>
          <p:cNvPr id="3" name="Footer Placeholder 2">
            <a:extLst>
              <a:ext uri="{FF2B5EF4-FFF2-40B4-BE49-F238E27FC236}">
                <a16:creationId xmlns:a16="http://schemas.microsoft.com/office/drawing/2014/main" id="{DDD122A1-7B97-4979-B319-1CE0A4A497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209A76-7DCD-477A-A6BA-EEA63FF94082}"/>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891816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5C0F5C-A529-490C-8941-78F10C6A00D3}"/>
              </a:ext>
            </a:extLst>
          </p:cNvPr>
          <p:cNvGrpSpPr/>
          <p:nvPr/>
        </p:nvGrpSpPr>
        <p:grpSpPr>
          <a:xfrm flipH="1">
            <a:off x="0" y="0"/>
            <a:ext cx="12191999" cy="6858001"/>
            <a:chOff x="0" y="-2"/>
            <a:chExt cx="12191999" cy="6858001"/>
          </a:xfrm>
        </p:grpSpPr>
        <p:sp>
          <p:nvSpPr>
            <p:cNvPr id="9" name="Rectangle 8">
              <a:extLst>
                <a:ext uri="{FF2B5EF4-FFF2-40B4-BE49-F238E27FC236}">
                  <a16:creationId xmlns:a16="http://schemas.microsoft.com/office/drawing/2014/main" id="{14A8D739-B942-4545-9459-A6CAF0444D1F}"/>
                </a:ext>
              </a:extLst>
            </p:cNvPr>
            <p:cNvSpPr/>
            <p:nvPr/>
          </p:nvSpPr>
          <p:spPr>
            <a:xfrm>
              <a:off x="7995665" y="2562224"/>
              <a:ext cx="4196334" cy="4295775"/>
            </a:xfrm>
            <a:prstGeom prst="rect">
              <a:avLst/>
            </a:prstGeom>
            <a:gradFill flip="none" rotWithShape="1">
              <a:gsLst>
                <a:gs pos="0">
                  <a:schemeClr val="accent3">
                    <a:alpha val="40000"/>
                  </a:schemeClr>
                </a:gs>
                <a:gs pos="34000">
                  <a:schemeClr val="accent3">
                    <a:alpha val="20000"/>
                  </a:schemeClr>
                </a:gs>
                <a:gs pos="65000">
                  <a:schemeClr val="accent3">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BB38CCA-110B-4404-9363-BFFA76C096D2}"/>
                </a:ext>
              </a:extLst>
            </p:cNvPr>
            <p:cNvGrpSpPr/>
            <p:nvPr/>
          </p:nvGrpSpPr>
          <p:grpSpPr>
            <a:xfrm rot="16200000">
              <a:off x="2295528" y="-2295528"/>
              <a:ext cx="6858000" cy="11449051"/>
              <a:chOff x="0" y="2333625"/>
              <a:chExt cx="9515474" cy="3766109"/>
            </a:xfrm>
          </p:grpSpPr>
          <p:sp>
            <p:nvSpPr>
              <p:cNvPr id="20" name="Rectangle 19">
                <a:extLst>
                  <a:ext uri="{FF2B5EF4-FFF2-40B4-BE49-F238E27FC236}">
                    <a16:creationId xmlns:a16="http://schemas.microsoft.com/office/drawing/2014/main" id="{B223FE99-C58F-4A56-8F8E-2942FF74E4BD}"/>
                  </a:ext>
                </a:extLst>
              </p:cNvPr>
              <p:cNvSpPr/>
              <p:nvPr/>
            </p:nvSpPr>
            <p:spPr>
              <a:xfrm>
                <a:off x="4757737"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BBD4511-8AB6-4BD3-8410-7FB3EC8D42B2}"/>
                  </a:ext>
                </a:extLst>
              </p:cNvPr>
              <p:cNvSpPr/>
              <p:nvPr/>
            </p:nvSpPr>
            <p:spPr>
              <a:xfrm flipH="1">
                <a:off x="0" y="2333625"/>
                <a:ext cx="4757737"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6A8CA067-2248-4BD3-B56E-2C014AEB2273}"/>
                </a:ext>
              </a:extLst>
            </p:cNvPr>
            <p:cNvGrpSpPr>
              <a:grpSpLocks noChangeAspect="1"/>
            </p:cNvGrpSpPr>
            <p:nvPr/>
          </p:nvGrpSpPr>
          <p:grpSpPr>
            <a:xfrm rot="5400000">
              <a:off x="3583369" y="-3583369"/>
              <a:ext cx="4713262" cy="11880000"/>
              <a:chOff x="1" y="0"/>
              <a:chExt cx="8305797" cy="6858000"/>
            </a:xfrm>
          </p:grpSpPr>
          <p:sp>
            <p:nvSpPr>
              <p:cNvPr id="18" name="Rectangle 17">
                <a:extLst>
                  <a:ext uri="{FF2B5EF4-FFF2-40B4-BE49-F238E27FC236}">
                    <a16:creationId xmlns:a16="http://schemas.microsoft.com/office/drawing/2014/main" id="{8C017B9B-2727-4255-8F80-9D4C2A5AE297}"/>
                  </a:ext>
                </a:extLst>
              </p:cNvPr>
              <p:cNvSpPr/>
              <p:nvPr/>
            </p:nvSpPr>
            <p:spPr>
              <a:xfrm>
                <a:off x="931" y="342900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693C5F16-BC47-4707-B6B7-DC5262ACDC51}"/>
                  </a:ext>
                </a:extLst>
              </p:cNvPr>
              <p:cNvSpPr/>
              <p:nvPr/>
            </p:nvSpPr>
            <p:spPr>
              <a:xfrm flipV="1">
                <a:off x="1" y="0"/>
                <a:ext cx="8304867" cy="3429000"/>
              </a:xfrm>
              <a:prstGeom prst="rect">
                <a:avLst/>
              </a:prstGeom>
              <a:gradFill flip="none" rotWithShape="1">
                <a:gsLst>
                  <a:gs pos="0">
                    <a:schemeClr val="accent3">
                      <a:alpha val="60000"/>
                    </a:schemeClr>
                  </a:gs>
                  <a:gs pos="63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2E88FE13-0734-4BB3-B4D1-7C53A194DA84}"/>
                </a:ext>
              </a:extLst>
            </p:cNvPr>
            <p:cNvGrpSpPr/>
            <p:nvPr/>
          </p:nvGrpSpPr>
          <p:grpSpPr>
            <a:xfrm>
              <a:off x="2676525" y="0"/>
              <a:ext cx="9515473" cy="3766109"/>
              <a:chOff x="2333625" y="2433367"/>
              <a:chExt cx="9897159" cy="3766109"/>
            </a:xfrm>
          </p:grpSpPr>
          <p:sp>
            <p:nvSpPr>
              <p:cNvPr id="16" name="Rectangle 15">
                <a:extLst>
                  <a:ext uri="{FF2B5EF4-FFF2-40B4-BE49-F238E27FC236}">
                    <a16:creationId xmlns:a16="http://schemas.microsoft.com/office/drawing/2014/main" id="{5C9B7EF7-1EDF-4AC7-8E40-C2801783AC85}"/>
                  </a:ext>
                </a:extLst>
              </p:cNvPr>
              <p:cNvSpPr/>
              <p:nvPr/>
            </p:nvSpPr>
            <p:spPr>
              <a:xfrm>
                <a:off x="728220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25CA0A0-9A3F-498E-983D-B3285EF5AD9A}"/>
                  </a:ext>
                </a:extLst>
              </p:cNvPr>
              <p:cNvSpPr/>
              <p:nvPr/>
            </p:nvSpPr>
            <p:spPr>
              <a:xfrm flipH="1">
                <a:off x="2333625" y="2433367"/>
                <a:ext cx="4948579" cy="3766109"/>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5171814-E4F0-44B5-BC3F-588512210991}"/>
                </a:ext>
              </a:extLst>
            </p:cNvPr>
            <p:cNvGrpSpPr/>
            <p:nvPr/>
          </p:nvGrpSpPr>
          <p:grpSpPr>
            <a:xfrm>
              <a:off x="0" y="0"/>
              <a:ext cx="9515473" cy="3766109"/>
              <a:chOff x="0" y="2333625"/>
              <a:chExt cx="9515473" cy="3766109"/>
            </a:xfrm>
          </p:grpSpPr>
          <p:sp>
            <p:nvSpPr>
              <p:cNvPr id="14" name="Rectangle 13">
                <a:extLst>
                  <a:ext uri="{FF2B5EF4-FFF2-40B4-BE49-F238E27FC236}">
                    <a16:creationId xmlns:a16="http://schemas.microsoft.com/office/drawing/2014/main" id="{8E666ACD-EB1C-4732-971B-C3B26061DB82}"/>
                  </a:ext>
                </a:extLst>
              </p:cNvPr>
              <p:cNvSpPr/>
              <p:nvPr/>
            </p:nvSpPr>
            <p:spPr>
              <a:xfrm>
                <a:off x="4757737"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A4E213B-7F96-44C1-90B3-B72E9387BF73}"/>
                  </a:ext>
                </a:extLst>
              </p:cNvPr>
              <p:cNvSpPr/>
              <p:nvPr/>
            </p:nvSpPr>
            <p:spPr>
              <a:xfrm flipH="1">
                <a:off x="0" y="2333625"/>
                <a:ext cx="4757736" cy="3766109"/>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21">
            <a:extLst>
              <a:ext uri="{FF2B5EF4-FFF2-40B4-BE49-F238E27FC236}">
                <a16:creationId xmlns:a16="http://schemas.microsoft.com/office/drawing/2014/main" id="{BFE392AA-35E5-40E5-9309-284A0C54106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71A8188C-9713-46E1-AA5C-C84FE515F3A2}"/>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E192CC-893A-4A84-A7E9-F389D83F0B16}"/>
              </a:ext>
            </a:extLst>
          </p:cNvPr>
          <p:cNvSpPr>
            <a:spLocks noGrp="1"/>
          </p:cNvSpPr>
          <p:nvPr>
            <p:ph idx="1"/>
          </p:nvPr>
        </p:nvSpPr>
        <p:spPr>
          <a:xfrm>
            <a:off x="5232400" y="540000"/>
            <a:ext cx="6408736" cy="5759450"/>
          </a:xfrm>
        </p:spPr>
        <p:txBody>
          <a:bodyPr/>
          <a:lstStyle>
            <a:lvl1pPr>
              <a:defRPr sz="3200"/>
            </a:lvl1pPr>
            <a:lvl2pPr>
              <a:defRPr sz="24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6CC7765-7D44-43DD-A1DF-419D3E1C625F}"/>
              </a:ext>
            </a:extLst>
          </p:cNvPr>
          <p:cNvSpPr>
            <a:spLocks noGrp="1"/>
          </p:cNvSpPr>
          <p:nvPr>
            <p:ph type="body" sz="half" idx="2"/>
          </p:nvPr>
        </p:nvSpPr>
        <p:spPr>
          <a:xfrm>
            <a:off x="540000" y="3536950"/>
            <a:ext cx="4511426" cy="2771775"/>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36875-AFB0-4905-8C9E-A72B4F59775E}"/>
              </a:ext>
            </a:extLst>
          </p:cNvPr>
          <p:cNvSpPr>
            <a:spLocks noGrp="1"/>
          </p:cNvSpPr>
          <p:nvPr>
            <p:ph type="dt" sz="half" idx="10"/>
          </p:nvPr>
        </p:nvSpPr>
        <p:spPr/>
        <p:txBody>
          <a:bodyPr/>
          <a:lstStyle/>
          <a:p>
            <a:fld id="{7CF0BCE0-945C-4FDF-95A1-2149B1FF5B83}" type="datetimeFigureOut">
              <a:rPr lang="en-US" smtClean="0"/>
              <a:t>12/23/2024</a:t>
            </a:fld>
            <a:endParaRPr lang="en-US"/>
          </a:p>
        </p:txBody>
      </p:sp>
      <p:sp>
        <p:nvSpPr>
          <p:cNvPr id="6" name="Footer Placeholder 5">
            <a:extLst>
              <a:ext uri="{FF2B5EF4-FFF2-40B4-BE49-F238E27FC236}">
                <a16:creationId xmlns:a16="http://schemas.microsoft.com/office/drawing/2014/main" id="{25437ABF-7E70-4E45-A67B-C503BF182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016CA-2983-47BF-BA09-2130A40C8763}"/>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1429756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97E00A2-2906-4C97-9D1F-C789D3ADD373}"/>
              </a:ext>
            </a:extLst>
          </p:cNvPr>
          <p:cNvGrpSpPr/>
          <p:nvPr/>
        </p:nvGrpSpPr>
        <p:grpSpPr>
          <a:xfrm rot="10800000">
            <a:off x="1392000" y="0"/>
            <a:ext cx="10800000" cy="6858000"/>
            <a:chOff x="0" y="0"/>
            <a:chExt cx="10800000" cy="6858000"/>
          </a:xfrm>
        </p:grpSpPr>
        <p:sp>
          <p:nvSpPr>
            <p:cNvPr id="9" name="Rectangle 8">
              <a:extLst>
                <a:ext uri="{FF2B5EF4-FFF2-40B4-BE49-F238E27FC236}">
                  <a16:creationId xmlns:a16="http://schemas.microsoft.com/office/drawing/2014/main" id="{59CE8EF9-87D6-47FD-B7D3-2D48D8E48AC3}"/>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6784998E-9D37-4D0D-889A-C67531E5295C}"/>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1" name="Group 10">
            <a:extLst>
              <a:ext uri="{FF2B5EF4-FFF2-40B4-BE49-F238E27FC236}">
                <a16:creationId xmlns:a16="http://schemas.microsoft.com/office/drawing/2014/main" id="{8B575B0B-C502-438E-967C-64D268031426}"/>
              </a:ext>
            </a:extLst>
          </p:cNvPr>
          <p:cNvGrpSpPr>
            <a:grpSpLocks noChangeAspect="1"/>
          </p:cNvGrpSpPr>
          <p:nvPr/>
        </p:nvGrpSpPr>
        <p:grpSpPr>
          <a:xfrm rot="16200000" flipH="1">
            <a:off x="-1714500" y="1714500"/>
            <a:ext cx="6858000" cy="3429000"/>
            <a:chOff x="0" y="0"/>
            <a:chExt cx="2880000" cy="1440000"/>
          </a:xfrm>
        </p:grpSpPr>
        <p:sp>
          <p:nvSpPr>
            <p:cNvPr id="12" name="Rectangle 11">
              <a:extLst>
                <a:ext uri="{FF2B5EF4-FFF2-40B4-BE49-F238E27FC236}">
                  <a16:creationId xmlns:a16="http://schemas.microsoft.com/office/drawing/2014/main" id="{4FC29931-00EB-4F74-BE4C-172A4C282A26}"/>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989B4C87-FDD3-406D-BE06-3ABF69905E0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4" name="Rectangle 13">
            <a:extLst>
              <a:ext uri="{FF2B5EF4-FFF2-40B4-BE49-F238E27FC236}">
                <a16:creationId xmlns:a16="http://schemas.microsoft.com/office/drawing/2014/main" id="{FD817A89-A0E1-4190-90AE-0571E6CE8FC6}"/>
              </a:ext>
            </a:extLst>
          </p:cNvPr>
          <p:cNvSpPr>
            <a:spLocks noChangeAspect="1"/>
          </p:cNvSpPr>
          <p:nvPr/>
        </p:nvSpPr>
        <p:spPr>
          <a:xfrm rot="10800000">
            <a:off x="5602287" y="268286"/>
            <a:ext cx="6589713" cy="65897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4FD20388-C666-4992-920D-5F034214950C}"/>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6" name="Rectangle 15">
            <a:extLst>
              <a:ext uri="{FF2B5EF4-FFF2-40B4-BE49-F238E27FC236}">
                <a16:creationId xmlns:a16="http://schemas.microsoft.com/office/drawing/2014/main" id="{FCAB0CC3-A07E-43B8-9B34-0A67C1806DE1}"/>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F91800A6-9706-4B81-B957-C950A5F77490}"/>
              </a:ext>
            </a:extLst>
          </p:cNvPr>
          <p:cNvSpPr>
            <a:spLocks noGrp="1"/>
          </p:cNvSpPr>
          <p:nvPr>
            <p:ph type="title"/>
          </p:nvPr>
        </p:nvSpPr>
        <p:spPr>
          <a:xfrm>
            <a:off x="539999" y="540000"/>
            <a:ext cx="4511425" cy="2771774"/>
          </a:xfrm>
        </p:spPr>
        <p:txBody>
          <a:bodyPr anchor="t"/>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CA17652B-AA0D-4574-AF1D-7F7442D84B0B}"/>
              </a:ext>
            </a:extLst>
          </p:cNvPr>
          <p:cNvSpPr>
            <a:spLocks noGrp="1"/>
          </p:cNvSpPr>
          <p:nvPr>
            <p:ph type="pic" idx="1"/>
          </p:nvPr>
        </p:nvSpPr>
        <p:spPr>
          <a:xfrm>
            <a:off x="5232400" y="549275"/>
            <a:ext cx="6408736" cy="57594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CA19547-D24B-4BD1-8C26-318450B171B3}"/>
              </a:ext>
            </a:extLst>
          </p:cNvPr>
          <p:cNvSpPr>
            <a:spLocks noGrp="1"/>
          </p:cNvSpPr>
          <p:nvPr>
            <p:ph type="body" sz="half" idx="2"/>
          </p:nvPr>
        </p:nvSpPr>
        <p:spPr>
          <a:xfrm>
            <a:off x="539999" y="3536950"/>
            <a:ext cx="4511425" cy="2771774"/>
          </a:xfrm>
        </p:spPr>
        <p:txBody>
          <a:bodyPr/>
          <a:lstStyle>
            <a:lvl1pPr marL="0" indent="0">
              <a:buNone/>
              <a:defRPr sz="1600" cap="all" spc="3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A22E6-7E01-4547-8555-B2C197543921}"/>
              </a:ext>
            </a:extLst>
          </p:cNvPr>
          <p:cNvSpPr>
            <a:spLocks noGrp="1"/>
          </p:cNvSpPr>
          <p:nvPr>
            <p:ph type="dt" sz="half" idx="10"/>
          </p:nvPr>
        </p:nvSpPr>
        <p:spPr/>
        <p:txBody>
          <a:bodyPr/>
          <a:lstStyle/>
          <a:p>
            <a:fld id="{7CF0BCE0-945C-4FDF-95A1-2149B1FF5B83}" type="datetimeFigureOut">
              <a:rPr lang="en-US" smtClean="0"/>
              <a:t>12/23/2024</a:t>
            </a:fld>
            <a:endParaRPr lang="en-US"/>
          </a:p>
        </p:txBody>
      </p:sp>
      <p:sp>
        <p:nvSpPr>
          <p:cNvPr id="6" name="Footer Placeholder 5">
            <a:extLst>
              <a:ext uri="{FF2B5EF4-FFF2-40B4-BE49-F238E27FC236}">
                <a16:creationId xmlns:a16="http://schemas.microsoft.com/office/drawing/2014/main" id="{A90F6BEC-98F3-43FE-BA9B-B046D8917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2FAF54-57F0-46F9-A1BA-B554E14017DF}"/>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839112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C461672-F18A-4768-9850-0531FD3720BA}"/>
              </a:ext>
            </a:extLst>
          </p:cNvPr>
          <p:cNvGrpSpPr/>
          <p:nvPr/>
        </p:nvGrpSpPr>
        <p:grpSpPr>
          <a:xfrm rot="10800000">
            <a:off x="5921828" y="2876440"/>
            <a:ext cx="6270171" cy="3981559"/>
            <a:chOff x="0" y="0"/>
            <a:chExt cx="10800000" cy="6858000"/>
          </a:xfrm>
        </p:grpSpPr>
        <p:sp>
          <p:nvSpPr>
            <p:cNvPr id="8" name="Rectangle 7">
              <a:extLst>
                <a:ext uri="{FF2B5EF4-FFF2-40B4-BE49-F238E27FC236}">
                  <a16:creationId xmlns:a16="http://schemas.microsoft.com/office/drawing/2014/main" id="{9FA73898-D78C-45F9-AFC1-2AB16F6725C2}"/>
                </a:ext>
              </a:extLst>
            </p:cNvPr>
            <p:cNvSpPr/>
            <p:nvPr/>
          </p:nvSpPr>
          <p:spPr>
            <a:xfrm>
              <a:off x="540000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Rectangle 8">
              <a:extLst>
                <a:ext uri="{FF2B5EF4-FFF2-40B4-BE49-F238E27FC236}">
                  <a16:creationId xmlns:a16="http://schemas.microsoft.com/office/drawing/2014/main" id="{4FC423E3-700B-43D6-A2CB-F3C871632C20}"/>
                </a:ext>
              </a:extLst>
            </p:cNvPr>
            <p:cNvSpPr/>
            <p:nvPr/>
          </p:nvSpPr>
          <p:spPr>
            <a:xfrm flipH="1">
              <a:off x="0" y="0"/>
              <a:ext cx="5400000" cy="6858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0" name="Group 9">
            <a:extLst>
              <a:ext uri="{FF2B5EF4-FFF2-40B4-BE49-F238E27FC236}">
                <a16:creationId xmlns:a16="http://schemas.microsoft.com/office/drawing/2014/main" id="{82F05B2A-1EC7-4131-B899-C7ECB9A502EB}"/>
              </a:ext>
            </a:extLst>
          </p:cNvPr>
          <p:cNvGrpSpPr>
            <a:grpSpLocks noChangeAspect="1"/>
          </p:cNvGrpSpPr>
          <p:nvPr/>
        </p:nvGrpSpPr>
        <p:grpSpPr>
          <a:xfrm flipH="1">
            <a:off x="0" y="-1"/>
            <a:ext cx="9361714" cy="4680857"/>
            <a:chOff x="0" y="0"/>
            <a:chExt cx="2880000" cy="1440000"/>
          </a:xfrm>
        </p:grpSpPr>
        <p:sp>
          <p:nvSpPr>
            <p:cNvPr id="11" name="Rectangle 10">
              <a:extLst>
                <a:ext uri="{FF2B5EF4-FFF2-40B4-BE49-F238E27FC236}">
                  <a16:creationId xmlns:a16="http://schemas.microsoft.com/office/drawing/2014/main" id="{97711D4C-4FFE-4151-B53D-60890F0F5827}"/>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F69D6393-413D-4151-BC2C-43161BE4A799}"/>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A96370B9-6459-4B05-9A8B-A9E7FA8966CD}"/>
              </a:ext>
            </a:extLst>
          </p:cNvPr>
          <p:cNvSpPr>
            <a:spLocks noChangeAspect="1"/>
          </p:cNvSpPr>
          <p:nvPr/>
        </p:nvSpPr>
        <p:spPr>
          <a:xfrm rot="10800000">
            <a:off x="8430794" y="3096793"/>
            <a:ext cx="3761205" cy="3761205"/>
          </a:xfrm>
          <a:prstGeom prst="rect">
            <a:avLst/>
          </a:prstGeom>
          <a:gradFill flip="none" rotWithShape="1">
            <a:gsLst>
              <a:gs pos="0">
                <a:schemeClr val="accent1">
                  <a:alpha val="4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4" name="Rectangle 13">
            <a:extLst>
              <a:ext uri="{FF2B5EF4-FFF2-40B4-BE49-F238E27FC236}">
                <a16:creationId xmlns:a16="http://schemas.microsoft.com/office/drawing/2014/main" id="{DA3AC0C6-74C3-4E55-AA42-A9F1A4B1B210}"/>
              </a:ext>
            </a:extLst>
          </p:cNvPr>
          <p:cNvSpPr>
            <a:spLocks noChangeAspect="1"/>
          </p:cNvSpPr>
          <p:nvPr/>
        </p:nvSpPr>
        <p:spPr>
          <a:xfrm>
            <a:off x="0" y="0"/>
            <a:ext cx="6589713" cy="6589713"/>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132C27A4-86D3-4C83-8022-E37A8672A993}"/>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Title 1">
            <a:extLst>
              <a:ext uri="{FF2B5EF4-FFF2-40B4-BE49-F238E27FC236}">
                <a16:creationId xmlns:a16="http://schemas.microsoft.com/office/drawing/2014/main" id="{88F1FF59-E1BE-4475-953B-5BF6FBC10C57}"/>
              </a:ext>
            </a:extLst>
          </p:cNvPr>
          <p:cNvSpPr>
            <a:spLocks noGrp="1"/>
          </p:cNvSpPr>
          <p:nvPr>
            <p:ph type="title"/>
          </p:nvPr>
        </p:nvSpPr>
        <p:spPr>
          <a:xfrm>
            <a:off x="540000" y="540000"/>
            <a:ext cx="11090273" cy="1800224"/>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8F1F045-44C5-4165-A640-4E4D33A59580}"/>
              </a:ext>
            </a:extLst>
          </p:cNvPr>
          <p:cNvSpPr>
            <a:spLocks noGrp="1"/>
          </p:cNvSpPr>
          <p:nvPr>
            <p:ph type="body" orient="vert" idx="1"/>
          </p:nvPr>
        </p:nvSpPr>
        <p:spPr>
          <a:xfrm>
            <a:off x="540000" y="2528887"/>
            <a:ext cx="11090276" cy="3779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17047A-D05B-44E9-A240-BDB881C4296A}"/>
              </a:ext>
            </a:extLst>
          </p:cNvPr>
          <p:cNvSpPr>
            <a:spLocks noGrp="1"/>
          </p:cNvSpPr>
          <p:nvPr>
            <p:ph type="dt" sz="half" idx="10"/>
          </p:nvPr>
        </p:nvSpPr>
        <p:spPr/>
        <p:txBody>
          <a:bodyPr/>
          <a:lstStyle/>
          <a:p>
            <a:fld id="{7CF0BCE0-945C-4FDF-95A1-2149B1FF5B83}" type="datetimeFigureOut">
              <a:rPr lang="en-US" smtClean="0"/>
              <a:t>12/23/2024</a:t>
            </a:fld>
            <a:endParaRPr lang="en-US"/>
          </a:p>
        </p:txBody>
      </p:sp>
      <p:sp>
        <p:nvSpPr>
          <p:cNvPr id="5" name="Footer Placeholder 4">
            <a:extLst>
              <a:ext uri="{FF2B5EF4-FFF2-40B4-BE49-F238E27FC236}">
                <a16:creationId xmlns:a16="http://schemas.microsoft.com/office/drawing/2014/main" id="{7FDCB2E8-A68D-478D-A728-C9612848C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E4F1D-3280-4DB5-B2E0-DA7F10717EB4}"/>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3966961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C627D45-FE54-49FF-A37F-6206993AEFD8}"/>
              </a:ext>
            </a:extLst>
          </p:cNvPr>
          <p:cNvGrpSpPr/>
          <p:nvPr/>
        </p:nvGrpSpPr>
        <p:grpSpPr>
          <a:xfrm>
            <a:off x="0" y="-3"/>
            <a:ext cx="12192000" cy="6858003"/>
            <a:chOff x="0" y="-3"/>
            <a:chExt cx="12192000" cy="6858003"/>
          </a:xfrm>
        </p:grpSpPr>
        <p:sp useBgFill="1">
          <p:nvSpPr>
            <p:cNvPr id="8" name="Rectangle 7">
              <a:extLst>
                <a:ext uri="{FF2B5EF4-FFF2-40B4-BE49-F238E27FC236}">
                  <a16:creationId xmlns:a16="http://schemas.microsoft.com/office/drawing/2014/main" id="{879CEFA6-CCA5-4FEF-B53D-E74B1E67E9C7}"/>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ACFCD768-2100-4B20-87EF-9F92EFBD8FA8}"/>
                </a:ext>
              </a:extLst>
            </p:cNvPr>
            <p:cNvGrpSpPr>
              <a:grpSpLocks noChangeAspect="1"/>
            </p:cNvGrpSpPr>
            <p:nvPr/>
          </p:nvGrpSpPr>
          <p:grpSpPr>
            <a:xfrm>
              <a:off x="672000" y="-3"/>
              <a:ext cx="11520000" cy="5760000"/>
              <a:chOff x="5981700" y="-1"/>
              <a:chExt cx="6042660" cy="3021330"/>
            </a:xfrm>
          </p:grpSpPr>
          <p:sp>
            <p:nvSpPr>
              <p:cNvPr id="16" name="Rectangle 15">
                <a:extLst>
                  <a:ext uri="{FF2B5EF4-FFF2-40B4-BE49-F238E27FC236}">
                    <a16:creationId xmlns:a16="http://schemas.microsoft.com/office/drawing/2014/main" id="{E0D1B599-DFF1-4E00-9EAE-EE32BD7B4860}"/>
                  </a:ext>
                </a:extLst>
              </p:cNvPr>
              <p:cNvSpPr/>
              <p:nvPr/>
            </p:nvSpPr>
            <p:spPr>
              <a:xfrm>
                <a:off x="900303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FCF7F6-290B-4DE7-BA60-863CBF95C2AF}"/>
                  </a:ext>
                </a:extLst>
              </p:cNvPr>
              <p:cNvSpPr/>
              <p:nvPr/>
            </p:nvSpPr>
            <p:spPr>
              <a:xfrm flipH="1">
                <a:off x="5981700" y="-1"/>
                <a:ext cx="3021330" cy="3021330"/>
              </a:xfrm>
              <a:prstGeom prst="rect">
                <a:avLst/>
              </a:prstGeom>
              <a:gradFill flip="none" rotWithShape="1">
                <a:gsLst>
                  <a:gs pos="0">
                    <a:schemeClr val="accent1">
                      <a:alpha val="60000"/>
                    </a:schemeClr>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Rectangle 9">
              <a:extLst>
                <a:ext uri="{FF2B5EF4-FFF2-40B4-BE49-F238E27FC236}">
                  <a16:creationId xmlns:a16="http://schemas.microsoft.com/office/drawing/2014/main" id="{F59358AB-E1C9-402B-9F3F-28B4F50DAC6F}"/>
                </a:ext>
              </a:extLst>
            </p:cNvPr>
            <p:cNvSpPr>
              <a:spLocks noChangeAspect="1"/>
            </p:cNvSpPr>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78C24EC-8C5D-4A7E-9D57-C752E0DC9485}"/>
                </a:ext>
              </a:extLst>
            </p:cNvPr>
            <p:cNvSpPr>
              <a:spLocks noChangeAspect="1"/>
            </p:cNvSpPr>
            <p:nvPr/>
          </p:nvSpPr>
          <p:spPr>
            <a:xfrm>
              <a:off x="0" y="2538000"/>
              <a:ext cx="4320000" cy="4320000"/>
            </a:xfrm>
            <a:prstGeom prst="ellipse">
              <a:avLst/>
            </a:prstGeom>
            <a:solidFill>
              <a:schemeClr val="accent3">
                <a:alpha val="4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6C0B30A-4855-4424-B3A8-AC110CA8356F}"/>
                </a:ext>
              </a:extLst>
            </p:cNvPr>
            <p:cNvGrpSpPr/>
            <p:nvPr/>
          </p:nvGrpSpPr>
          <p:grpSpPr>
            <a:xfrm rot="10800000">
              <a:off x="1" y="2948940"/>
              <a:ext cx="7818118" cy="3909059"/>
              <a:chOff x="0" y="0"/>
              <a:chExt cx="2880000" cy="1440000"/>
            </a:xfrm>
          </p:grpSpPr>
          <p:sp>
            <p:nvSpPr>
              <p:cNvPr id="14" name="Rectangle 13">
                <a:extLst>
                  <a:ext uri="{FF2B5EF4-FFF2-40B4-BE49-F238E27FC236}">
                    <a16:creationId xmlns:a16="http://schemas.microsoft.com/office/drawing/2014/main" id="{DC119EB9-1A9A-45A4-AE16-9968A70C5C35}"/>
                  </a:ext>
                </a:extLst>
              </p:cNvPr>
              <p:cNvSpPr/>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A5B7B85-4DC3-4343-B734-4852DD5DF033}"/>
                  </a:ext>
                </a:extLst>
              </p:cNvPr>
              <p:cNvSpPr/>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a:extLst>
                <a:ext uri="{FF2B5EF4-FFF2-40B4-BE49-F238E27FC236}">
                  <a16:creationId xmlns:a16="http://schemas.microsoft.com/office/drawing/2014/main" id="{73F3733E-DBA5-4A25-9315-B7A1A5E7A1FF}"/>
                </a:ext>
              </a:extLst>
            </p:cNvPr>
            <p:cNvSpPr>
              <a:spLocks noChangeAspect="1"/>
            </p:cNvSpPr>
            <p:nvPr/>
          </p:nvSpPr>
          <p:spPr>
            <a:xfrm rot="10800000" flipH="1">
              <a:off x="0" y="521786"/>
              <a:ext cx="6336213" cy="6336213"/>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AAB30D07-BE85-45CD-8055-8C57B00E2957}"/>
              </a:ext>
            </a:extLst>
          </p:cNvPr>
          <p:cNvSpPr/>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2" name="Vertical Title 1">
            <a:extLst>
              <a:ext uri="{FF2B5EF4-FFF2-40B4-BE49-F238E27FC236}">
                <a16:creationId xmlns:a16="http://schemas.microsoft.com/office/drawing/2014/main" id="{737FFCCA-9DBF-4E0A-BDC6-F7B8F39BD72F}"/>
              </a:ext>
            </a:extLst>
          </p:cNvPr>
          <p:cNvSpPr>
            <a:spLocks noGrp="1"/>
          </p:cNvSpPr>
          <p:nvPr>
            <p:ph type="title" orient="vert"/>
          </p:nvPr>
        </p:nvSpPr>
        <p:spPr>
          <a:xfrm>
            <a:off x="9012238" y="539999"/>
            <a:ext cx="2628900" cy="576872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511F1B23-21CD-4A3B-938B-5502019A13CD}"/>
              </a:ext>
            </a:extLst>
          </p:cNvPr>
          <p:cNvSpPr>
            <a:spLocks noGrp="1"/>
          </p:cNvSpPr>
          <p:nvPr>
            <p:ph type="body" orient="vert" idx="1"/>
          </p:nvPr>
        </p:nvSpPr>
        <p:spPr>
          <a:xfrm>
            <a:off x="550863" y="539999"/>
            <a:ext cx="8245475" cy="57687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99C884-5A98-4C01-BB89-098AC6966496}"/>
              </a:ext>
            </a:extLst>
          </p:cNvPr>
          <p:cNvSpPr>
            <a:spLocks noGrp="1"/>
          </p:cNvSpPr>
          <p:nvPr>
            <p:ph type="dt" sz="half" idx="10"/>
          </p:nvPr>
        </p:nvSpPr>
        <p:spPr/>
        <p:txBody>
          <a:bodyPr/>
          <a:lstStyle/>
          <a:p>
            <a:fld id="{7CF0BCE0-945C-4FDF-95A1-2149B1FF5B83}" type="datetimeFigureOut">
              <a:rPr lang="en-US" smtClean="0"/>
              <a:t>12/23/2024</a:t>
            </a:fld>
            <a:endParaRPr lang="en-US"/>
          </a:p>
        </p:txBody>
      </p:sp>
      <p:sp>
        <p:nvSpPr>
          <p:cNvPr id="5" name="Footer Placeholder 4">
            <a:extLst>
              <a:ext uri="{FF2B5EF4-FFF2-40B4-BE49-F238E27FC236}">
                <a16:creationId xmlns:a16="http://schemas.microsoft.com/office/drawing/2014/main" id="{7DF54D22-9CD7-4FC6-9444-21948246C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ECC14-D66C-401A-A0C9-DFCA5533A5C7}"/>
              </a:ext>
            </a:extLst>
          </p:cNvPr>
          <p:cNvSpPr>
            <a:spLocks noGrp="1"/>
          </p:cNvSpPr>
          <p:nvPr>
            <p:ph type="sldNum" sz="quarter" idx="12"/>
          </p:nvPr>
        </p:nvSpPr>
        <p:spPr/>
        <p:txBody>
          <a:bodyPr/>
          <a:lstStyle/>
          <a:p>
            <a:fld id="{4CD77608-3819-479B-BB98-C216BA724EFE}" type="slidenum">
              <a:rPr lang="en-US" smtClean="0"/>
              <a:t>‹#›</a:t>
            </a:fld>
            <a:endParaRPr lang="en-US"/>
          </a:p>
        </p:txBody>
      </p:sp>
    </p:spTree>
    <p:extLst>
      <p:ext uri="{BB962C8B-B14F-4D97-AF65-F5344CB8AC3E}">
        <p14:creationId xmlns:p14="http://schemas.microsoft.com/office/powerpoint/2010/main" val="2313654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749C77-AA3A-4DA0-9E20-32FCD2B8BD5F}"/>
              </a:ext>
            </a:extLst>
          </p:cNvPr>
          <p:cNvSpPr>
            <a:spLocks noGrp="1"/>
          </p:cNvSpPr>
          <p:nvPr>
            <p:ph type="title"/>
          </p:nvPr>
        </p:nvSpPr>
        <p:spPr>
          <a:xfrm>
            <a:off x="540000" y="540000"/>
            <a:ext cx="11101135" cy="18095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98DC81A-9B5E-4A92-AA7B-3D750F95F434}"/>
              </a:ext>
            </a:extLst>
          </p:cNvPr>
          <p:cNvSpPr>
            <a:spLocks noGrp="1"/>
          </p:cNvSpPr>
          <p:nvPr>
            <p:ph type="body" idx="1"/>
          </p:nvPr>
        </p:nvSpPr>
        <p:spPr>
          <a:xfrm>
            <a:off x="540000" y="2528887"/>
            <a:ext cx="11101136" cy="3779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4B8083-48FB-4D6A-B77A-262FE3E23D6C}"/>
              </a:ext>
            </a:extLst>
          </p:cNvPr>
          <p:cNvSpPr>
            <a:spLocks noGrp="1"/>
          </p:cNvSpPr>
          <p:nvPr>
            <p:ph type="ftr" sz="quarter" idx="3"/>
          </p:nvPr>
        </p:nvSpPr>
        <p:spPr>
          <a:xfrm>
            <a:off x="540000" y="6314400"/>
            <a:ext cx="7350795" cy="365125"/>
          </a:xfrm>
          <a:prstGeom prst="rect">
            <a:avLst/>
          </a:prstGeom>
        </p:spPr>
        <p:txBody>
          <a:bodyPr vert="horz" lIns="91440" tIns="45720" rIns="91440" bIns="45720" rtlCol="0" anchor="ctr"/>
          <a:lstStyle>
            <a:lvl1pPr algn="l">
              <a:defRPr sz="1000" spc="100" baseline="0">
                <a:solidFill>
                  <a:schemeClr val="tx1"/>
                </a:solidFill>
              </a:defRPr>
            </a:lvl1pPr>
          </a:lstStyle>
          <a:p>
            <a:endParaRPr lang="en-US" sz="1000" dirty="0"/>
          </a:p>
        </p:txBody>
      </p:sp>
      <p:sp>
        <p:nvSpPr>
          <p:cNvPr id="4" name="Date Placeholder 3">
            <a:extLst>
              <a:ext uri="{FF2B5EF4-FFF2-40B4-BE49-F238E27FC236}">
                <a16:creationId xmlns:a16="http://schemas.microsoft.com/office/drawing/2014/main" id="{41EDA5BD-F7C8-4883-81D1-EF1F6F00EF72}"/>
              </a:ext>
            </a:extLst>
          </p:cNvPr>
          <p:cNvSpPr>
            <a:spLocks noGrp="1"/>
          </p:cNvSpPr>
          <p:nvPr>
            <p:ph type="dt" sz="half" idx="2"/>
          </p:nvPr>
        </p:nvSpPr>
        <p:spPr>
          <a:xfrm>
            <a:off x="8075613" y="6314400"/>
            <a:ext cx="2623468" cy="365125"/>
          </a:xfrm>
          <a:prstGeom prst="rect">
            <a:avLst/>
          </a:prstGeom>
        </p:spPr>
        <p:txBody>
          <a:bodyPr vert="horz" lIns="91440" tIns="45720" rIns="91440" bIns="45720" rtlCol="0" anchor="ctr"/>
          <a:lstStyle>
            <a:lvl1pPr algn="r">
              <a:defRPr sz="1000" cap="none" spc="100" baseline="0">
                <a:solidFill>
                  <a:schemeClr val="tx1"/>
                </a:solidFill>
              </a:defRPr>
            </a:lvl1pPr>
          </a:lstStyle>
          <a:p>
            <a:pPr algn="r"/>
            <a:fld id="{7CF0BCE0-945C-4FDF-95A1-2149B1FF5B83}" type="datetimeFigureOut">
              <a:rPr lang="en-US" smtClean="0"/>
              <a:pPr algn="r"/>
              <a:t>12/23/2024</a:t>
            </a:fld>
            <a:endParaRPr lang="en-US" dirty="0"/>
          </a:p>
        </p:txBody>
      </p:sp>
      <p:sp>
        <p:nvSpPr>
          <p:cNvPr id="6" name="Slide Number Placeholder 5">
            <a:extLst>
              <a:ext uri="{FF2B5EF4-FFF2-40B4-BE49-F238E27FC236}">
                <a16:creationId xmlns:a16="http://schemas.microsoft.com/office/drawing/2014/main" id="{AB48FEDB-2614-400B-9C19-0F4D448D98AB}"/>
              </a:ext>
            </a:extLst>
          </p:cNvPr>
          <p:cNvSpPr>
            <a:spLocks noGrp="1"/>
          </p:cNvSpPr>
          <p:nvPr>
            <p:ph type="sldNum" sz="quarter" idx="4"/>
          </p:nvPr>
        </p:nvSpPr>
        <p:spPr>
          <a:xfrm>
            <a:off x="10883899" y="6314400"/>
            <a:ext cx="757237" cy="365125"/>
          </a:xfrm>
          <a:prstGeom prst="rect">
            <a:avLst/>
          </a:prstGeom>
        </p:spPr>
        <p:txBody>
          <a:bodyPr vert="horz" lIns="91440" tIns="45720" rIns="91440" bIns="45720" rtlCol="0" anchor="ctr"/>
          <a:lstStyle>
            <a:lvl1pPr algn="r">
              <a:defRPr sz="1000" spc="100" baseline="0">
                <a:solidFill>
                  <a:schemeClr val="tx1"/>
                </a:solidFill>
              </a:defRPr>
            </a:lvl1pPr>
          </a:lstStyle>
          <a:p>
            <a:fld id="{4CD77608-3819-479B-BB98-C216BA724EFE}" type="slidenum">
              <a:rPr lang="en-US" smtClean="0"/>
              <a:pPr/>
              <a:t>‹#›</a:t>
            </a:fld>
            <a:endParaRPr lang="en-US" sz="1000" dirty="0"/>
          </a:p>
        </p:txBody>
      </p:sp>
    </p:spTree>
    <p:extLst>
      <p:ext uri="{BB962C8B-B14F-4D97-AF65-F5344CB8AC3E}">
        <p14:creationId xmlns:p14="http://schemas.microsoft.com/office/powerpoint/2010/main" val="1834590151"/>
      </p:ext>
    </p:extLst>
  </p:cSld>
  <p:clrMap bg1="dk1" tx1="lt1" bg2="dk2" tx2="lt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70000" indent="-270000" algn="l" defTabSz="914400" rtl="0" eaLnBrk="1" latinLnBrk="0" hangingPunct="1">
        <a:lnSpc>
          <a:spcPct val="125000"/>
        </a:lnSpc>
        <a:spcBef>
          <a:spcPts val="1000"/>
        </a:spcBef>
        <a:buFont typeface="Arial" panose="020B0604020202020204" pitchFamily="34" charset="0"/>
        <a:buChar char="•"/>
        <a:defRPr sz="1800" kern="1200" spc="50" baseline="0">
          <a:solidFill>
            <a:schemeClr val="tx1"/>
          </a:solidFill>
          <a:latin typeface="+mn-lt"/>
          <a:ea typeface="+mn-ea"/>
          <a:cs typeface="+mn-cs"/>
        </a:defRPr>
      </a:lvl1pPr>
      <a:lvl2pPr marL="72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2pPr>
      <a:lvl3pPr marL="108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3pPr>
      <a:lvl4pPr marL="144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4pPr>
      <a:lvl5pPr marL="1800000" indent="-270000" algn="l" defTabSz="914400" rtl="0" eaLnBrk="1" latinLnBrk="0" hangingPunct="1">
        <a:lnSpc>
          <a:spcPct val="125000"/>
        </a:lnSpc>
        <a:spcBef>
          <a:spcPts val="5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customXml" Target="../ink/ink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8.png"/><Relationship Id="rId5" Type="http://schemas.openxmlformats.org/officeDocument/2006/relationships/customXml" Target="../ink/ink1.xm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customXml" Target="../ink/ink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png"/><Relationship Id="rId3" Type="http://schemas.openxmlformats.org/officeDocument/2006/relationships/image" Target="../media/image12.png"/><Relationship Id="rId7" Type="http://schemas.openxmlformats.org/officeDocument/2006/relationships/customXml" Target="../ink/ink5.xml"/><Relationship Id="rId12"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customXml" Target="../ink/ink7.xml"/><Relationship Id="rId5" Type="http://schemas.openxmlformats.org/officeDocument/2006/relationships/customXml" Target="../ink/ink4.xml"/><Relationship Id="rId15" Type="http://schemas.openxmlformats.org/officeDocument/2006/relationships/image" Target="../media/image20.png"/><Relationship Id="rId10" Type="http://schemas.openxmlformats.org/officeDocument/2006/relationships/image" Target="../media/image16.png"/><Relationship Id="rId4" Type="http://schemas.openxmlformats.org/officeDocument/2006/relationships/image" Target="../media/image13.png"/><Relationship Id="rId9" Type="http://schemas.openxmlformats.org/officeDocument/2006/relationships/customXml" Target="../ink/ink6.xml"/><Relationship Id="rId1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customXml" Target="../ink/ink8.xml"/><Relationship Id="rId13" Type="http://schemas.openxmlformats.org/officeDocument/2006/relationships/image" Target="../media/image380.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customXml" Target="../ink/ink10.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370.png"/><Relationship Id="rId5" Type="http://schemas.openxmlformats.org/officeDocument/2006/relationships/image" Target="../media/image39.png"/><Relationship Id="rId15" Type="http://schemas.openxmlformats.org/officeDocument/2006/relationships/image" Target="../media/image390.png"/><Relationship Id="rId10" Type="http://schemas.openxmlformats.org/officeDocument/2006/relationships/customXml" Target="../ink/ink9.xml"/><Relationship Id="rId4" Type="http://schemas.openxmlformats.org/officeDocument/2006/relationships/image" Target="../media/image38.png"/><Relationship Id="rId9" Type="http://schemas.openxmlformats.org/officeDocument/2006/relationships/image" Target="../media/image360.png"/><Relationship Id="rId14" Type="http://schemas.openxmlformats.org/officeDocument/2006/relationships/customXml" Target="../ink/ink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3" Type="http://schemas.openxmlformats.org/officeDocument/2006/relationships/image" Target="../media/image47.png"/><Relationship Id="rId18" Type="http://schemas.openxmlformats.org/officeDocument/2006/relationships/customXml" Target="../ink/ink18.xml"/><Relationship Id="rId26" Type="http://schemas.openxmlformats.org/officeDocument/2006/relationships/image" Target="../media/image54.png"/><Relationship Id="rId21" Type="http://schemas.openxmlformats.org/officeDocument/2006/relationships/image" Target="../media/image51.png"/><Relationship Id="rId34" Type="http://schemas.openxmlformats.org/officeDocument/2006/relationships/image" Target="../media/image58.png"/><Relationship Id="rId7" Type="http://schemas.openxmlformats.org/officeDocument/2006/relationships/customXml" Target="../ink/ink13.xml"/><Relationship Id="rId12" Type="http://schemas.openxmlformats.org/officeDocument/2006/relationships/image" Target="../media/image46.png"/><Relationship Id="rId17" Type="http://schemas.openxmlformats.org/officeDocument/2006/relationships/image" Target="../media/image49.png"/><Relationship Id="rId25" Type="http://schemas.openxmlformats.org/officeDocument/2006/relationships/customXml" Target="../ink/ink21.xml"/><Relationship Id="rId33" Type="http://schemas.openxmlformats.org/officeDocument/2006/relationships/customXml" Target="../ink/ink25.xml"/><Relationship Id="rId2" Type="http://schemas.openxmlformats.org/officeDocument/2006/relationships/image" Target="../media/image42.png"/><Relationship Id="rId16" Type="http://schemas.openxmlformats.org/officeDocument/2006/relationships/customXml" Target="../ink/ink17.xml"/><Relationship Id="rId20" Type="http://schemas.openxmlformats.org/officeDocument/2006/relationships/customXml" Target="../ink/ink19.xml"/><Relationship Id="rId29" Type="http://schemas.openxmlformats.org/officeDocument/2006/relationships/customXml" Target="../ink/ink23.xml"/><Relationship Id="rId1" Type="http://schemas.openxmlformats.org/officeDocument/2006/relationships/slideLayout" Target="../slideLayouts/slideLayout7.xml"/><Relationship Id="rId6" Type="http://schemas.openxmlformats.org/officeDocument/2006/relationships/image" Target="../media/image430.png"/><Relationship Id="rId11" Type="http://schemas.openxmlformats.org/officeDocument/2006/relationships/customXml" Target="../ink/ink15.xml"/><Relationship Id="rId24" Type="http://schemas.openxmlformats.org/officeDocument/2006/relationships/image" Target="../media/image53.png"/><Relationship Id="rId32" Type="http://schemas.openxmlformats.org/officeDocument/2006/relationships/image" Target="../media/image57.png"/><Relationship Id="rId37" Type="http://schemas.openxmlformats.org/officeDocument/2006/relationships/image" Target="../media/image60.png"/><Relationship Id="rId5" Type="http://schemas.openxmlformats.org/officeDocument/2006/relationships/customXml" Target="../ink/ink12.xml"/><Relationship Id="rId15" Type="http://schemas.openxmlformats.org/officeDocument/2006/relationships/image" Target="../media/image48.png"/><Relationship Id="rId23" Type="http://schemas.openxmlformats.org/officeDocument/2006/relationships/image" Target="../media/image52.png"/><Relationship Id="rId28" Type="http://schemas.openxmlformats.org/officeDocument/2006/relationships/image" Target="../media/image55.png"/><Relationship Id="rId36" Type="http://schemas.openxmlformats.org/officeDocument/2006/relationships/image" Target="../media/image59.png"/><Relationship Id="rId10" Type="http://schemas.openxmlformats.org/officeDocument/2006/relationships/image" Target="../media/image45.png"/><Relationship Id="rId19" Type="http://schemas.openxmlformats.org/officeDocument/2006/relationships/image" Target="../media/image50.png"/><Relationship Id="rId31" Type="http://schemas.openxmlformats.org/officeDocument/2006/relationships/customXml" Target="../ink/ink24.xml"/><Relationship Id="rId4" Type="http://schemas.openxmlformats.org/officeDocument/2006/relationships/image" Target="../media/image44.png"/><Relationship Id="rId9" Type="http://schemas.openxmlformats.org/officeDocument/2006/relationships/customXml" Target="../ink/ink14.xml"/><Relationship Id="rId14" Type="http://schemas.openxmlformats.org/officeDocument/2006/relationships/customXml" Target="../ink/ink16.xml"/><Relationship Id="rId22" Type="http://schemas.openxmlformats.org/officeDocument/2006/relationships/customXml" Target="../ink/ink20.xml"/><Relationship Id="rId27" Type="http://schemas.openxmlformats.org/officeDocument/2006/relationships/customXml" Target="../ink/ink22.xml"/><Relationship Id="rId30" Type="http://schemas.openxmlformats.org/officeDocument/2006/relationships/image" Target="../media/image56.png"/><Relationship Id="rId35" Type="http://schemas.openxmlformats.org/officeDocument/2006/relationships/customXml" Target="../ink/ink26.xml"/><Relationship Id="rId8" Type="http://schemas.openxmlformats.org/officeDocument/2006/relationships/image" Target="../media/image440.png"/><Relationship Id="rId3" Type="http://schemas.openxmlformats.org/officeDocument/2006/relationships/image" Target="../media/image43.png"/></Relationships>
</file>

<file path=ppt/slides/_rels/slide19.xml.rels><?xml version="1.0" encoding="UTF-8" standalone="yes"?>
<Relationships xmlns="http://schemas.openxmlformats.org/package/2006/relationships"><Relationship Id="rId8" Type="http://schemas.openxmlformats.org/officeDocument/2006/relationships/customXml" Target="../ink/ink30.xml"/><Relationship Id="rId13" Type="http://schemas.openxmlformats.org/officeDocument/2006/relationships/image" Target="../media/image66.png"/><Relationship Id="rId18" Type="http://schemas.openxmlformats.org/officeDocument/2006/relationships/customXml" Target="../ink/ink35.xml"/><Relationship Id="rId3" Type="http://schemas.openxmlformats.org/officeDocument/2006/relationships/image" Target="../media/image61.png"/><Relationship Id="rId21" Type="http://schemas.openxmlformats.org/officeDocument/2006/relationships/image" Target="../media/image70.png"/><Relationship Id="rId7" Type="http://schemas.openxmlformats.org/officeDocument/2006/relationships/image" Target="../media/image63.png"/><Relationship Id="rId12" Type="http://schemas.openxmlformats.org/officeDocument/2006/relationships/customXml" Target="../ink/ink32.xml"/><Relationship Id="rId17" Type="http://schemas.openxmlformats.org/officeDocument/2006/relationships/image" Target="../media/image68.png"/><Relationship Id="rId2" Type="http://schemas.openxmlformats.org/officeDocument/2006/relationships/customXml" Target="../ink/ink27.xml"/><Relationship Id="rId16" Type="http://schemas.openxmlformats.org/officeDocument/2006/relationships/customXml" Target="../ink/ink34.xml"/><Relationship Id="rId20" Type="http://schemas.openxmlformats.org/officeDocument/2006/relationships/customXml" Target="../ink/ink36.xml"/><Relationship Id="rId1" Type="http://schemas.openxmlformats.org/officeDocument/2006/relationships/slideLayout" Target="../slideLayouts/slideLayout7.xml"/><Relationship Id="rId6" Type="http://schemas.openxmlformats.org/officeDocument/2006/relationships/customXml" Target="../ink/ink29.xml"/><Relationship Id="rId11" Type="http://schemas.openxmlformats.org/officeDocument/2006/relationships/image" Target="../media/image65.png"/><Relationship Id="rId5" Type="http://schemas.openxmlformats.org/officeDocument/2006/relationships/image" Target="../media/image62.png"/><Relationship Id="rId15" Type="http://schemas.openxmlformats.org/officeDocument/2006/relationships/image" Target="../media/image67.png"/><Relationship Id="rId10" Type="http://schemas.openxmlformats.org/officeDocument/2006/relationships/customXml" Target="../ink/ink31.xml"/><Relationship Id="rId19" Type="http://schemas.openxmlformats.org/officeDocument/2006/relationships/image" Target="../media/image69.png"/><Relationship Id="rId4" Type="http://schemas.openxmlformats.org/officeDocument/2006/relationships/customXml" Target="../ink/ink28.xml"/><Relationship Id="rId9" Type="http://schemas.openxmlformats.org/officeDocument/2006/relationships/image" Target="../media/image64.png"/><Relationship Id="rId14" Type="http://schemas.openxmlformats.org/officeDocument/2006/relationships/customXml" Target="../ink/ink3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customXml" Target="../ink/ink38.xml"/><Relationship Id="rId13" Type="http://schemas.openxmlformats.org/officeDocument/2006/relationships/customXml" Target="../ink/ink41.xml"/><Relationship Id="rId18" Type="http://schemas.openxmlformats.org/officeDocument/2006/relationships/image" Target="../media/image80.png"/><Relationship Id="rId3" Type="http://schemas.openxmlformats.org/officeDocument/2006/relationships/image" Target="../media/image72.png"/><Relationship Id="rId21" Type="http://schemas.openxmlformats.org/officeDocument/2006/relationships/customXml" Target="../ink/ink45.xml"/><Relationship Id="rId7" Type="http://schemas.openxmlformats.org/officeDocument/2006/relationships/image" Target="../media/image75.png"/><Relationship Id="rId12" Type="http://schemas.openxmlformats.org/officeDocument/2006/relationships/customXml" Target="../ink/ink40.xml"/><Relationship Id="rId17" Type="http://schemas.openxmlformats.org/officeDocument/2006/relationships/customXml" Target="../ink/ink43.xml"/><Relationship Id="rId2" Type="http://schemas.openxmlformats.org/officeDocument/2006/relationships/image" Target="../media/image71.png"/><Relationship Id="rId16" Type="http://schemas.openxmlformats.org/officeDocument/2006/relationships/image" Target="../media/image79.png"/><Relationship Id="rId20" Type="http://schemas.openxmlformats.org/officeDocument/2006/relationships/image" Target="../media/image81.png"/><Relationship Id="rId1" Type="http://schemas.openxmlformats.org/officeDocument/2006/relationships/slideLayout" Target="../slideLayouts/slideLayout7.xml"/><Relationship Id="rId6" Type="http://schemas.openxmlformats.org/officeDocument/2006/relationships/customXml" Target="../ink/ink37.xml"/><Relationship Id="rId11" Type="http://schemas.openxmlformats.org/officeDocument/2006/relationships/image" Target="../media/image77.png"/><Relationship Id="rId5" Type="http://schemas.openxmlformats.org/officeDocument/2006/relationships/image" Target="../media/image74.png"/><Relationship Id="rId15" Type="http://schemas.openxmlformats.org/officeDocument/2006/relationships/customXml" Target="../ink/ink42.xml"/><Relationship Id="rId10" Type="http://schemas.openxmlformats.org/officeDocument/2006/relationships/customXml" Target="../ink/ink39.xml"/><Relationship Id="rId19" Type="http://schemas.openxmlformats.org/officeDocument/2006/relationships/customXml" Target="../ink/ink44.xml"/><Relationship Id="rId4" Type="http://schemas.openxmlformats.org/officeDocument/2006/relationships/image" Target="../media/image73.png"/><Relationship Id="rId9" Type="http://schemas.openxmlformats.org/officeDocument/2006/relationships/image" Target="../media/image76.png"/><Relationship Id="rId14" Type="http://schemas.openxmlformats.org/officeDocument/2006/relationships/image" Target="../media/image78.png"/><Relationship Id="rId22" Type="http://schemas.openxmlformats.org/officeDocument/2006/relationships/image" Target="../media/image8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customXml" Target="../ink/ink49.xml"/><Relationship Id="rId3" Type="http://schemas.openxmlformats.org/officeDocument/2006/relationships/image" Target="../media/image84.png"/><Relationship Id="rId7" Type="http://schemas.openxmlformats.org/officeDocument/2006/relationships/customXml" Target="../ink/ink46.xml"/><Relationship Id="rId12" Type="http://schemas.openxmlformats.org/officeDocument/2006/relationships/image" Target="../media/image90.png"/><Relationship Id="rId2" Type="http://schemas.openxmlformats.org/officeDocument/2006/relationships/image" Target="../media/image83.png"/><Relationship Id="rId16" Type="http://schemas.openxmlformats.org/officeDocument/2006/relationships/image" Target="../media/image92.png"/><Relationship Id="rId1" Type="http://schemas.openxmlformats.org/officeDocument/2006/relationships/slideLayout" Target="../slideLayouts/slideLayout7.xml"/><Relationship Id="rId6" Type="http://schemas.openxmlformats.org/officeDocument/2006/relationships/image" Target="../media/image87.png"/><Relationship Id="rId11" Type="http://schemas.openxmlformats.org/officeDocument/2006/relationships/customXml" Target="../ink/ink48.xml"/><Relationship Id="rId5" Type="http://schemas.openxmlformats.org/officeDocument/2006/relationships/image" Target="../media/image86.png"/><Relationship Id="rId15" Type="http://schemas.openxmlformats.org/officeDocument/2006/relationships/customXml" Target="../ink/ink50.xml"/><Relationship Id="rId10" Type="http://schemas.openxmlformats.org/officeDocument/2006/relationships/image" Target="../media/image89.png"/><Relationship Id="rId4" Type="http://schemas.openxmlformats.org/officeDocument/2006/relationships/image" Target="../media/image85.png"/><Relationship Id="rId9" Type="http://schemas.openxmlformats.org/officeDocument/2006/relationships/customXml" Target="../ink/ink47.xml"/><Relationship Id="rId14" Type="http://schemas.openxmlformats.org/officeDocument/2006/relationships/image" Target="../media/image91.png"/></Relationships>
</file>

<file path=ppt/slides/_rels/slide2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customXml" Target="../ink/ink51.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customXml" Target="../ink/ink52.xml"/></Relationships>
</file>

<file path=ppt/slides/_rels/slide25.xml.rels><?xml version="1.0" encoding="UTF-8" standalone="yes"?>
<Relationships xmlns="http://schemas.openxmlformats.org/package/2006/relationships"><Relationship Id="rId8" Type="http://schemas.openxmlformats.org/officeDocument/2006/relationships/image" Target="../media/image102.png"/><Relationship Id="rId13" Type="http://schemas.openxmlformats.org/officeDocument/2006/relationships/customXml" Target="../ink/ink54.xml"/><Relationship Id="rId18" Type="http://schemas.openxmlformats.org/officeDocument/2006/relationships/image" Target="../media/image108.png"/><Relationship Id="rId3" Type="http://schemas.openxmlformats.org/officeDocument/2006/relationships/image" Target="../media/image97.png"/><Relationship Id="rId7" Type="http://schemas.openxmlformats.org/officeDocument/2006/relationships/image" Target="../media/image101.png"/><Relationship Id="rId12" Type="http://schemas.openxmlformats.org/officeDocument/2006/relationships/image" Target="../media/image105.png"/><Relationship Id="rId17" Type="http://schemas.openxmlformats.org/officeDocument/2006/relationships/customXml" Target="../ink/ink56.xml"/><Relationship Id="rId2" Type="http://schemas.openxmlformats.org/officeDocument/2006/relationships/image" Target="../media/image96.png"/><Relationship Id="rId16" Type="http://schemas.openxmlformats.org/officeDocument/2006/relationships/image" Target="../media/image107.png"/><Relationship Id="rId20" Type="http://schemas.openxmlformats.org/officeDocument/2006/relationships/image" Target="../media/image109.png"/><Relationship Id="rId1" Type="http://schemas.openxmlformats.org/officeDocument/2006/relationships/slideLayout" Target="../slideLayouts/slideLayout7.xml"/><Relationship Id="rId6" Type="http://schemas.openxmlformats.org/officeDocument/2006/relationships/image" Target="../media/image100.png"/><Relationship Id="rId11" Type="http://schemas.openxmlformats.org/officeDocument/2006/relationships/customXml" Target="../ink/ink53.xml"/><Relationship Id="rId5" Type="http://schemas.openxmlformats.org/officeDocument/2006/relationships/image" Target="../media/image99.png"/><Relationship Id="rId15" Type="http://schemas.openxmlformats.org/officeDocument/2006/relationships/customXml" Target="../ink/ink55.xml"/><Relationship Id="rId10" Type="http://schemas.openxmlformats.org/officeDocument/2006/relationships/image" Target="../media/image104.png"/><Relationship Id="rId19" Type="http://schemas.openxmlformats.org/officeDocument/2006/relationships/customXml" Target="../ink/ink57.xml"/><Relationship Id="rId4" Type="http://schemas.openxmlformats.org/officeDocument/2006/relationships/image" Target="../media/image98.png"/><Relationship Id="rId9" Type="http://schemas.openxmlformats.org/officeDocument/2006/relationships/image" Target="../media/image103.png"/><Relationship Id="rId14" Type="http://schemas.openxmlformats.org/officeDocument/2006/relationships/image" Target="../media/image10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customXml" Target="../ink/ink60.xml"/><Relationship Id="rId3" Type="http://schemas.openxmlformats.org/officeDocument/2006/relationships/image" Target="../media/image117.png"/><Relationship Id="rId7" Type="http://schemas.openxmlformats.org/officeDocument/2006/relationships/image" Target="../media/image121.png"/><Relationship Id="rId12" Type="http://schemas.openxmlformats.org/officeDocument/2006/relationships/image" Target="../media/image124.png"/><Relationship Id="rId2" Type="http://schemas.openxmlformats.org/officeDocument/2006/relationships/image" Target="../media/image116.png"/><Relationship Id="rId1" Type="http://schemas.openxmlformats.org/officeDocument/2006/relationships/slideLayout" Target="../slideLayouts/slideLayout7.xml"/><Relationship Id="rId6" Type="http://schemas.openxmlformats.org/officeDocument/2006/relationships/image" Target="../media/image120.png"/><Relationship Id="rId11" Type="http://schemas.openxmlformats.org/officeDocument/2006/relationships/customXml" Target="../ink/ink59.xml"/><Relationship Id="rId5" Type="http://schemas.openxmlformats.org/officeDocument/2006/relationships/image" Target="../media/image119.png"/><Relationship Id="rId10" Type="http://schemas.openxmlformats.org/officeDocument/2006/relationships/image" Target="../media/image123.png"/><Relationship Id="rId4" Type="http://schemas.openxmlformats.org/officeDocument/2006/relationships/image" Target="../media/image118.png"/><Relationship Id="rId9" Type="http://schemas.openxmlformats.org/officeDocument/2006/relationships/customXml" Target="../ink/ink58.xml"/><Relationship Id="rId14" Type="http://schemas.openxmlformats.org/officeDocument/2006/relationships/image" Target="../media/image1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27.png"/><Relationship Id="rId7" Type="http://schemas.openxmlformats.org/officeDocument/2006/relationships/image" Target="../media/image131.png"/><Relationship Id="rId12" Type="http://schemas.openxmlformats.org/officeDocument/2006/relationships/image" Target="../media/image134.png"/><Relationship Id="rId2" Type="http://schemas.openxmlformats.org/officeDocument/2006/relationships/image" Target="../media/image126.png"/><Relationship Id="rId1" Type="http://schemas.openxmlformats.org/officeDocument/2006/relationships/slideLayout" Target="../slideLayouts/slideLayout7.xml"/><Relationship Id="rId6" Type="http://schemas.openxmlformats.org/officeDocument/2006/relationships/image" Target="../media/image130.png"/><Relationship Id="rId11" Type="http://schemas.openxmlformats.org/officeDocument/2006/relationships/customXml" Target="../ink/ink62.xml"/><Relationship Id="rId5" Type="http://schemas.openxmlformats.org/officeDocument/2006/relationships/image" Target="../media/image129.png"/><Relationship Id="rId10" Type="http://schemas.openxmlformats.org/officeDocument/2006/relationships/image" Target="../media/image133.png"/><Relationship Id="rId4" Type="http://schemas.openxmlformats.org/officeDocument/2006/relationships/image" Target="../media/image128.png"/><Relationship Id="rId9" Type="http://schemas.openxmlformats.org/officeDocument/2006/relationships/customXml" Target="../ink/ink61.xml"/></Relationships>
</file>

<file path=ppt/slides/_rels/slide3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customXml" Target="../ink/ink63.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7.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customXml" Target="../ink/ink64.xml"/><Relationship Id="rId18" Type="http://schemas.openxmlformats.org/officeDocument/2006/relationships/image" Target="../media/image154.png"/><Relationship Id="rId3" Type="http://schemas.openxmlformats.org/officeDocument/2006/relationships/image" Target="../media/image142.png"/><Relationship Id="rId21" Type="http://schemas.openxmlformats.org/officeDocument/2006/relationships/customXml" Target="../ink/ink68.xml"/><Relationship Id="rId7" Type="http://schemas.openxmlformats.org/officeDocument/2006/relationships/image" Target="../media/image146.png"/><Relationship Id="rId12" Type="http://schemas.openxmlformats.org/officeDocument/2006/relationships/image" Target="../media/image151.png"/><Relationship Id="rId17" Type="http://schemas.openxmlformats.org/officeDocument/2006/relationships/customXml" Target="../ink/ink66.xml"/><Relationship Id="rId2" Type="http://schemas.openxmlformats.org/officeDocument/2006/relationships/image" Target="../media/image141.png"/><Relationship Id="rId16" Type="http://schemas.openxmlformats.org/officeDocument/2006/relationships/image" Target="../media/image153.png"/><Relationship Id="rId20" Type="http://schemas.openxmlformats.org/officeDocument/2006/relationships/image" Target="../media/image155.png"/><Relationship Id="rId1" Type="http://schemas.openxmlformats.org/officeDocument/2006/relationships/slideLayout" Target="../slideLayouts/slideLayout7.xml"/><Relationship Id="rId6" Type="http://schemas.openxmlformats.org/officeDocument/2006/relationships/image" Target="../media/image145.png"/><Relationship Id="rId11" Type="http://schemas.openxmlformats.org/officeDocument/2006/relationships/image" Target="../media/image150.png"/><Relationship Id="rId24" Type="http://schemas.openxmlformats.org/officeDocument/2006/relationships/image" Target="../media/image157.png"/><Relationship Id="rId5" Type="http://schemas.openxmlformats.org/officeDocument/2006/relationships/image" Target="../media/image144.png"/><Relationship Id="rId15" Type="http://schemas.openxmlformats.org/officeDocument/2006/relationships/customXml" Target="../ink/ink65.xml"/><Relationship Id="rId23" Type="http://schemas.openxmlformats.org/officeDocument/2006/relationships/customXml" Target="../ink/ink69.xml"/><Relationship Id="rId10" Type="http://schemas.openxmlformats.org/officeDocument/2006/relationships/image" Target="../media/image149.png"/><Relationship Id="rId19" Type="http://schemas.openxmlformats.org/officeDocument/2006/relationships/customXml" Target="../ink/ink67.xml"/><Relationship Id="rId4" Type="http://schemas.openxmlformats.org/officeDocument/2006/relationships/image" Target="../media/image143.png"/><Relationship Id="rId9" Type="http://schemas.openxmlformats.org/officeDocument/2006/relationships/image" Target="../media/image148.png"/><Relationship Id="rId14" Type="http://schemas.openxmlformats.org/officeDocument/2006/relationships/image" Target="../media/image152.png"/><Relationship Id="rId22" Type="http://schemas.openxmlformats.org/officeDocument/2006/relationships/image" Target="../media/image15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8" Type="http://schemas.openxmlformats.org/officeDocument/2006/relationships/customXml" Target="../ink/ink70.xml"/><Relationship Id="rId13" Type="http://schemas.openxmlformats.org/officeDocument/2006/relationships/image" Target="../media/image166.png"/><Relationship Id="rId18" Type="http://schemas.openxmlformats.org/officeDocument/2006/relationships/customXml" Target="../ink/ink75.xml"/><Relationship Id="rId3" Type="http://schemas.openxmlformats.org/officeDocument/2006/relationships/image" Target="../media/image159.png"/><Relationship Id="rId21" Type="http://schemas.openxmlformats.org/officeDocument/2006/relationships/image" Target="../media/image170.png"/><Relationship Id="rId7" Type="http://schemas.openxmlformats.org/officeDocument/2006/relationships/image" Target="../media/image163.png"/><Relationship Id="rId12" Type="http://schemas.openxmlformats.org/officeDocument/2006/relationships/customXml" Target="../ink/ink72.xml"/><Relationship Id="rId17" Type="http://schemas.openxmlformats.org/officeDocument/2006/relationships/image" Target="../media/image168.png"/><Relationship Id="rId2" Type="http://schemas.openxmlformats.org/officeDocument/2006/relationships/image" Target="../media/image158.png"/><Relationship Id="rId16" Type="http://schemas.openxmlformats.org/officeDocument/2006/relationships/customXml" Target="../ink/ink74.xml"/><Relationship Id="rId20" Type="http://schemas.openxmlformats.org/officeDocument/2006/relationships/customXml" Target="../ink/ink76.xml"/><Relationship Id="rId1" Type="http://schemas.openxmlformats.org/officeDocument/2006/relationships/slideLayout" Target="../slideLayouts/slideLayout7.xml"/><Relationship Id="rId6" Type="http://schemas.openxmlformats.org/officeDocument/2006/relationships/image" Target="../media/image162.png"/><Relationship Id="rId11" Type="http://schemas.openxmlformats.org/officeDocument/2006/relationships/image" Target="../media/image165.png"/><Relationship Id="rId5" Type="http://schemas.openxmlformats.org/officeDocument/2006/relationships/image" Target="../media/image161.png"/><Relationship Id="rId15" Type="http://schemas.openxmlformats.org/officeDocument/2006/relationships/image" Target="../media/image167.png"/><Relationship Id="rId23" Type="http://schemas.openxmlformats.org/officeDocument/2006/relationships/image" Target="../media/image171.png"/><Relationship Id="rId10" Type="http://schemas.openxmlformats.org/officeDocument/2006/relationships/customXml" Target="../ink/ink71.xml"/><Relationship Id="rId19" Type="http://schemas.openxmlformats.org/officeDocument/2006/relationships/image" Target="../media/image169.png"/><Relationship Id="rId4" Type="http://schemas.openxmlformats.org/officeDocument/2006/relationships/image" Target="../media/image160.png"/><Relationship Id="rId9" Type="http://schemas.openxmlformats.org/officeDocument/2006/relationships/image" Target="../media/image164.png"/><Relationship Id="rId14" Type="http://schemas.openxmlformats.org/officeDocument/2006/relationships/customXml" Target="../ink/ink73.xml"/><Relationship Id="rId22" Type="http://schemas.openxmlformats.org/officeDocument/2006/relationships/customXml" Target="../ink/ink7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8" Type="http://schemas.openxmlformats.org/officeDocument/2006/relationships/image" Target="../media/image177.png"/><Relationship Id="rId13" Type="http://schemas.openxmlformats.org/officeDocument/2006/relationships/customXml" Target="../ink/ink81.xml"/><Relationship Id="rId18" Type="http://schemas.openxmlformats.org/officeDocument/2006/relationships/image" Target="../media/image182.png"/><Relationship Id="rId3" Type="http://schemas.openxmlformats.org/officeDocument/2006/relationships/image" Target="../media/image173.png"/><Relationship Id="rId21" Type="http://schemas.openxmlformats.org/officeDocument/2006/relationships/customXml" Target="../ink/ink85.xml"/><Relationship Id="rId7" Type="http://schemas.openxmlformats.org/officeDocument/2006/relationships/customXml" Target="../ink/ink78.xml"/><Relationship Id="rId12" Type="http://schemas.openxmlformats.org/officeDocument/2006/relationships/image" Target="../media/image179.png"/><Relationship Id="rId17" Type="http://schemas.openxmlformats.org/officeDocument/2006/relationships/customXml" Target="../ink/ink83.xml"/><Relationship Id="rId2" Type="http://schemas.openxmlformats.org/officeDocument/2006/relationships/image" Target="../media/image172.png"/><Relationship Id="rId16" Type="http://schemas.openxmlformats.org/officeDocument/2006/relationships/image" Target="../media/image181.png"/><Relationship Id="rId20" Type="http://schemas.openxmlformats.org/officeDocument/2006/relationships/image" Target="../media/image183.png"/><Relationship Id="rId1" Type="http://schemas.openxmlformats.org/officeDocument/2006/relationships/slideLayout" Target="../slideLayouts/slideLayout7.xml"/><Relationship Id="rId6" Type="http://schemas.openxmlformats.org/officeDocument/2006/relationships/image" Target="../media/image176.png"/><Relationship Id="rId11" Type="http://schemas.openxmlformats.org/officeDocument/2006/relationships/customXml" Target="../ink/ink80.xml"/><Relationship Id="rId5" Type="http://schemas.openxmlformats.org/officeDocument/2006/relationships/image" Target="../media/image175.png"/><Relationship Id="rId15" Type="http://schemas.openxmlformats.org/officeDocument/2006/relationships/customXml" Target="../ink/ink82.xml"/><Relationship Id="rId10" Type="http://schemas.openxmlformats.org/officeDocument/2006/relationships/image" Target="../media/image178.png"/><Relationship Id="rId19" Type="http://schemas.openxmlformats.org/officeDocument/2006/relationships/customXml" Target="../ink/ink84.xml"/><Relationship Id="rId4" Type="http://schemas.openxmlformats.org/officeDocument/2006/relationships/image" Target="../media/image174.png"/><Relationship Id="rId9" Type="http://schemas.openxmlformats.org/officeDocument/2006/relationships/customXml" Target="../ink/ink79.xml"/><Relationship Id="rId14" Type="http://schemas.openxmlformats.org/officeDocument/2006/relationships/image" Target="../media/image180.png"/><Relationship Id="rId22" Type="http://schemas.openxmlformats.org/officeDocument/2006/relationships/image" Target="../media/image18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slideLayout" Target="../slideLayouts/slideLayout7.xml"/><Relationship Id="rId4" Type="http://schemas.openxmlformats.org/officeDocument/2006/relationships/image" Target="../media/image18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89.png"/><Relationship Id="rId7" Type="http://schemas.openxmlformats.org/officeDocument/2006/relationships/image" Target="../media/image193.png"/><Relationship Id="rId2" Type="http://schemas.openxmlformats.org/officeDocument/2006/relationships/image" Target="../media/image188.png"/><Relationship Id="rId1" Type="http://schemas.openxmlformats.org/officeDocument/2006/relationships/slideLayout" Target="../slideLayouts/slideLayout7.xml"/><Relationship Id="rId6" Type="http://schemas.openxmlformats.org/officeDocument/2006/relationships/image" Target="../media/image192.png"/><Relationship Id="rId5" Type="http://schemas.openxmlformats.org/officeDocument/2006/relationships/image" Target="../media/image191.png"/><Relationship Id="rId4" Type="http://schemas.openxmlformats.org/officeDocument/2006/relationships/image" Target="../media/image19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EB9B5A19-3592-48E2-BC31-90E092BD6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6" name="Group 85">
            <a:extLst>
              <a:ext uri="{FF2B5EF4-FFF2-40B4-BE49-F238E27FC236}">
                <a16:creationId xmlns:a16="http://schemas.microsoft.com/office/drawing/2014/main" id="{E2548C40-4C00-4E91-BFA6-84B4D66225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87" name="Rectangle 86">
              <a:extLst>
                <a:ext uri="{FF2B5EF4-FFF2-40B4-BE49-F238E27FC236}">
                  <a16:creationId xmlns:a16="http://schemas.microsoft.com/office/drawing/2014/main" id="{B6EE6BCA-C84E-4BED-B084-F599F7EE689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24695526-4BAA-4EFE-91C1-1E446117C0C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00DF9B86-7987-40DC-85D6-479F5A2E87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0" name="Group 89">
              <a:extLst>
                <a:ext uri="{FF2B5EF4-FFF2-40B4-BE49-F238E27FC236}">
                  <a16:creationId xmlns:a16="http://schemas.microsoft.com/office/drawing/2014/main" id="{A5465368-1AF5-43D6-BAD2-6BE8B04D94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95" name="Rectangle 94">
                <a:extLst>
                  <a:ext uri="{FF2B5EF4-FFF2-40B4-BE49-F238E27FC236}">
                    <a16:creationId xmlns:a16="http://schemas.microsoft.com/office/drawing/2014/main" id="{CEB28D27-BDED-4D8C-94FC-58E9323571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77AC833D-449C-45F4-9851-216F3681F2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90">
              <a:extLst>
                <a:ext uri="{FF2B5EF4-FFF2-40B4-BE49-F238E27FC236}">
                  <a16:creationId xmlns:a16="http://schemas.microsoft.com/office/drawing/2014/main" id="{09528AAE-A1EB-446C-81BE-BA5E4490E4E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93" name="Rectangle 92">
                <a:extLst>
                  <a:ext uri="{FF2B5EF4-FFF2-40B4-BE49-F238E27FC236}">
                    <a16:creationId xmlns:a16="http://schemas.microsoft.com/office/drawing/2014/main" id="{9F7C0F2C-B581-402B-B4C4-6DFB71314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356A6B0D-707F-420B-BF4D-2CB60CCCA0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Rectangle 91">
              <a:extLst>
                <a:ext uri="{FF2B5EF4-FFF2-40B4-BE49-F238E27FC236}">
                  <a16:creationId xmlns:a16="http://schemas.microsoft.com/office/drawing/2014/main" id="{F8B7A59E-D61A-4BEB-A38A-1E8E5EBB837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8" name="Rectangle 97">
            <a:extLst>
              <a:ext uri="{FF2B5EF4-FFF2-40B4-BE49-F238E27FC236}">
                <a16:creationId xmlns:a16="http://schemas.microsoft.com/office/drawing/2014/main" id="{DD99E1B6-CBC4-4306-9DFC-847D6D135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bg2">
                  <a:alpha val="40000"/>
                </a:schemeClr>
              </a:gs>
              <a:gs pos="37000">
                <a:schemeClr val="bg2">
                  <a:alpha val="40000"/>
                </a:schemeClr>
              </a:gs>
              <a:gs pos="79000">
                <a:schemeClr val="bg2">
                  <a:alpha val="0"/>
                </a:schemeClr>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51042E61-FCD7-CC23-3896-A4F4730AF5F1}"/>
              </a:ext>
            </a:extLst>
          </p:cNvPr>
          <p:cNvSpPr>
            <a:spLocks noGrp="1"/>
          </p:cNvSpPr>
          <p:nvPr>
            <p:ph type="ctrTitle"/>
          </p:nvPr>
        </p:nvSpPr>
        <p:spPr>
          <a:xfrm>
            <a:off x="540000" y="540000"/>
            <a:ext cx="4500561" cy="4259814"/>
          </a:xfrm>
        </p:spPr>
        <p:txBody>
          <a:bodyPr>
            <a:normAutofit/>
          </a:bodyPr>
          <a:lstStyle/>
          <a:p>
            <a:r>
              <a:rPr lang="en-US"/>
              <a:t>Design Patterns</a:t>
            </a:r>
          </a:p>
        </p:txBody>
      </p:sp>
      <p:sp>
        <p:nvSpPr>
          <p:cNvPr id="3" name="Subtitle 2">
            <a:extLst>
              <a:ext uri="{FF2B5EF4-FFF2-40B4-BE49-F238E27FC236}">
                <a16:creationId xmlns:a16="http://schemas.microsoft.com/office/drawing/2014/main" id="{C227B9E1-1318-3377-D62D-8831BB83DC04}"/>
              </a:ext>
            </a:extLst>
          </p:cNvPr>
          <p:cNvSpPr>
            <a:spLocks noGrp="1"/>
          </p:cNvSpPr>
          <p:nvPr>
            <p:ph type="subTitle" idx="1"/>
          </p:nvPr>
        </p:nvSpPr>
        <p:spPr>
          <a:xfrm>
            <a:off x="540000" y="4988476"/>
            <a:ext cx="4500561" cy="1320249"/>
          </a:xfrm>
        </p:spPr>
        <p:txBody>
          <a:bodyPr>
            <a:normAutofit/>
          </a:bodyPr>
          <a:lstStyle/>
          <a:p>
            <a:r>
              <a:rPr lang="en-US"/>
              <a:t>-- Vijay Kode</a:t>
            </a:r>
          </a:p>
        </p:txBody>
      </p:sp>
      <p:grpSp>
        <p:nvGrpSpPr>
          <p:cNvPr id="100" name="Group 99">
            <a:extLst>
              <a:ext uri="{FF2B5EF4-FFF2-40B4-BE49-F238E27FC236}">
                <a16:creationId xmlns:a16="http://schemas.microsoft.com/office/drawing/2014/main" id="{3C16EB93-E299-481D-A004-769603D375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37600" y="3600"/>
            <a:ext cx="6854400" cy="6854400"/>
            <a:chOff x="0" y="3600"/>
            <a:chExt cx="6854400" cy="6854400"/>
          </a:xfrm>
        </p:grpSpPr>
        <p:sp>
          <p:nvSpPr>
            <p:cNvPr id="101" name="Oval 100">
              <a:extLst>
                <a:ext uri="{FF2B5EF4-FFF2-40B4-BE49-F238E27FC236}">
                  <a16:creationId xmlns:a16="http://schemas.microsoft.com/office/drawing/2014/main" id="{6CD13B55-E709-4E18-924B-655433A928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 y="3600"/>
              <a:ext cx="5760000" cy="5760000"/>
            </a:xfrm>
            <a:prstGeom prst="ellipse">
              <a:avLst/>
            </a:prstGeom>
            <a:solidFill>
              <a:schemeClr val="accent1">
                <a:alpha val="8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6A3B2E1D-0135-45FF-990A-436697D2071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 y="1992024"/>
              <a:ext cx="4320000" cy="4320000"/>
            </a:xfrm>
            <a:prstGeom prst="ellipse">
              <a:avLst/>
            </a:prstGeom>
            <a:solidFill>
              <a:schemeClr val="accent3"/>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62BD9E0F-507C-49AD-B619-B42B4D342D6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0" y="3600"/>
              <a:ext cx="6854400" cy="6854400"/>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Picture 3" descr="A colorful light bulb with business icons">
            <a:extLst>
              <a:ext uri="{FF2B5EF4-FFF2-40B4-BE49-F238E27FC236}">
                <a16:creationId xmlns:a16="http://schemas.microsoft.com/office/drawing/2014/main" id="{F54BCA1F-7846-30E7-8F97-2BB61314F34D}"/>
              </a:ext>
            </a:extLst>
          </p:cNvPr>
          <p:cNvPicPr>
            <a:picLocks noChangeAspect="1"/>
          </p:cNvPicPr>
          <p:nvPr/>
        </p:nvPicPr>
        <p:blipFill>
          <a:blip r:embed="rId2"/>
          <a:srcRect l="13443" r="16558" b="1"/>
          <a:stretch/>
        </p:blipFill>
        <p:spPr>
          <a:xfrm>
            <a:off x="4896763" y="-1"/>
            <a:ext cx="6858000" cy="6858000"/>
          </a:xfrm>
          <a:custGeom>
            <a:avLst/>
            <a:gdLst/>
            <a:ahLst/>
            <a:cxnLst/>
            <a:rect l="l" t="t" r="r" b="b"/>
            <a:pathLst>
              <a:path w="6858000" h="6858000">
                <a:moveTo>
                  <a:pt x="3429001" y="0"/>
                </a:moveTo>
                <a:cubicBezTo>
                  <a:pt x="5322784" y="0"/>
                  <a:pt x="6858000" y="1535216"/>
                  <a:pt x="6858000" y="3429001"/>
                </a:cubicBezTo>
                <a:cubicBezTo>
                  <a:pt x="6858000" y="5322785"/>
                  <a:pt x="5322784" y="6858000"/>
                  <a:pt x="3429001" y="6858000"/>
                </a:cubicBezTo>
                <a:cubicBezTo>
                  <a:pt x="1535216" y="6858000"/>
                  <a:pt x="0" y="5322785"/>
                  <a:pt x="0" y="3429001"/>
                </a:cubicBezTo>
                <a:cubicBezTo>
                  <a:pt x="0" y="1535216"/>
                  <a:pt x="1535216" y="0"/>
                  <a:pt x="3429001" y="0"/>
                </a:cubicBezTo>
                <a:close/>
              </a:path>
            </a:pathLst>
          </a:custGeom>
          <a:effectLst>
            <a:softEdge rad="1016000"/>
          </a:effectLst>
        </p:spPr>
      </p:pic>
    </p:spTree>
    <p:extLst>
      <p:ext uri="{BB962C8B-B14F-4D97-AF65-F5344CB8AC3E}">
        <p14:creationId xmlns:p14="http://schemas.microsoft.com/office/powerpoint/2010/main" val="3444701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F4A462-D4F8-C5BA-A8CE-254E0C33F727}"/>
              </a:ext>
            </a:extLst>
          </p:cNvPr>
          <p:cNvSpPr>
            <a:spLocks noGrp="1"/>
          </p:cNvSpPr>
          <p:nvPr>
            <p:ph type="title"/>
          </p:nvPr>
        </p:nvSpPr>
        <p:spPr>
          <a:xfrm>
            <a:off x="550862" y="2769961"/>
            <a:ext cx="11090275" cy="1540781"/>
          </a:xfrm>
        </p:spPr>
        <p:txBody>
          <a:bodyPr>
            <a:normAutofit/>
          </a:bodyPr>
          <a:lstStyle/>
          <a:p>
            <a:pPr algn="ctr"/>
            <a:r>
              <a:rPr lang="en-US" sz="6600" b="1" dirty="0">
                <a:solidFill>
                  <a:schemeClr val="accent1">
                    <a:lumMod val="60000"/>
                    <a:lumOff val="40000"/>
                  </a:schemeClr>
                </a:solidFill>
              </a:rPr>
              <a:t>Creational Design Patterns</a:t>
            </a:r>
          </a:p>
        </p:txBody>
      </p:sp>
    </p:spTree>
    <p:extLst>
      <p:ext uri="{BB962C8B-B14F-4D97-AF65-F5344CB8AC3E}">
        <p14:creationId xmlns:p14="http://schemas.microsoft.com/office/powerpoint/2010/main" val="235850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69B87AC-C140-FFA0-8A55-ACCED473A826}"/>
              </a:ext>
            </a:extLst>
          </p:cNvPr>
          <p:cNvPicPr>
            <a:picLocks noChangeAspect="1"/>
          </p:cNvPicPr>
          <p:nvPr/>
        </p:nvPicPr>
        <p:blipFill>
          <a:blip r:embed="rId2"/>
          <a:stretch>
            <a:fillRect/>
          </a:stretch>
        </p:blipFill>
        <p:spPr>
          <a:xfrm>
            <a:off x="6461256" y="274090"/>
            <a:ext cx="2311519" cy="781090"/>
          </a:xfrm>
          <a:prstGeom prst="rect">
            <a:avLst/>
          </a:prstGeom>
        </p:spPr>
      </p:pic>
      <p:pic>
        <p:nvPicPr>
          <p:cNvPr id="8" name="Picture 7">
            <a:extLst>
              <a:ext uri="{FF2B5EF4-FFF2-40B4-BE49-F238E27FC236}">
                <a16:creationId xmlns:a16="http://schemas.microsoft.com/office/drawing/2014/main" id="{BC6718CC-99C7-0609-689B-A8F1E4EB9F8C}"/>
              </a:ext>
            </a:extLst>
          </p:cNvPr>
          <p:cNvPicPr>
            <a:picLocks noChangeAspect="1"/>
          </p:cNvPicPr>
          <p:nvPr/>
        </p:nvPicPr>
        <p:blipFill>
          <a:blip r:embed="rId3"/>
          <a:stretch>
            <a:fillRect/>
          </a:stretch>
        </p:blipFill>
        <p:spPr>
          <a:xfrm>
            <a:off x="3457611" y="1789124"/>
            <a:ext cx="3524431" cy="1511773"/>
          </a:xfrm>
          <a:prstGeom prst="rect">
            <a:avLst/>
          </a:prstGeom>
        </p:spPr>
      </p:pic>
      <p:pic>
        <p:nvPicPr>
          <p:cNvPr id="10" name="Picture 9">
            <a:extLst>
              <a:ext uri="{FF2B5EF4-FFF2-40B4-BE49-F238E27FC236}">
                <a16:creationId xmlns:a16="http://schemas.microsoft.com/office/drawing/2014/main" id="{EA2C94EE-3EE1-61D9-E6D1-9EE2218C239F}"/>
              </a:ext>
            </a:extLst>
          </p:cNvPr>
          <p:cNvPicPr>
            <a:picLocks noChangeAspect="1"/>
          </p:cNvPicPr>
          <p:nvPr/>
        </p:nvPicPr>
        <p:blipFill>
          <a:blip r:embed="rId4"/>
          <a:stretch>
            <a:fillRect/>
          </a:stretch>
        </p:blipFill>
        <p:spPr>
          <a:xfrm>
            <a:off x="7818570" y="1907779"/>
            <a:ext cx="3695890" cy="1466925"/>
          </a:xfrm>
          <a:prstGeom prst="rect">
            <a:avLst/>
          </a:prstGeom>
        </p:spPr>
      </p:pic>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78D0A33D-48AB-DA0E-9F49-A4F75C61391A}"/>
                  </a:ext>
                </a:extLst>
              </p14:cNvPr>
              <p14:cNvContentPartPr/>
              <p14:nvPr/>
            </p14:nvContentPartPr>
            <p14:xfrm>
              <a:off x="6518738" y="1012341"/>
              <a:ext cx="463303" cy="895438"/>
            </p14:xfrm>
          </p:contentPart>
        </mc:Choice>
        <mc:Fallback xmlns="">
          <p:pic>
            <p:nvPicPr>
              <p:cNvPr id="11" name="Ink 10">
                <a:extLst>
                  <a:ext uri="{FF2B5EF4-FFF2-40B4-BE49-F238E27FC236}">
                    <a16:creationId xmlns:a16="http://schemas.microsoft.com/office/drawing/2014/main" id="{78D0A33D-48AB-DA0E-9F49-A4F75C61391A}"/>
                  </a:ext>
                </a:extLst>
              </p:cNvPr>
              <p:cNvPicPr/>
              <p:nvPr/>
            </p:nvPicPr>
            <p:blipFill>
              <a:blip r:embed="rId6"/>
              <a:stretch>
                <a:fillRect/>
              </a:stretch>
            </p:blipFill>
            <p:spPr>
              <a:xfrm>
                <a:off x="6512618" y="1006220"/>
                <a:ext cx="475543" cy="907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021F2172-BDA7-BE06-7649-DF003A8B06DF}"/>
                  </a:ext>
                </a:extLst>
              </p14:cNvPr>
              <p14:cNvContentPartPr/>
              <p14:nvPr/>
            </p14:nvContentPartPr>
            <p14:xfrm>
              <a:off x="8480844" y="1088596"/>
              <a:ext cx="826442" cy="889590"/>
            </p14:xfrm>
          </p:contentPart>
        </mc:Choice>
        <mc:Fallback xmlns="">
          <p:pic>
            <p:nvPicPr>
              <p:cNvPr id="12" name="Ink 11">
                <a:extLst>
                  <a:ext uri="{FF2B5EF4-FFF2-40B4-BE49-F238E27FC236}">
                    <a16:creationId xmlns:a16="http://schemas.microsoft.com/office/drawing/2014/main" id="{021F2172-BDA7-BE06-7649-DF003A8B06DF}"/>
                  </a:ext>
                </a:extLst>
              </p:cNvPr>
              <p:cNvPicPr/>
              <p:nvPr/>
            </p:nvPicPr>
            <p:blipFill>
              <a:blip r:embed="rId8"/>
              <a:stretch>
                <a:fillRect/>
              </a:stretch>
            </p:blipFill>
            <p:spPr>
              <a:xfrm>
                <a:off x="8474722" y="1082476"/>
                <a:ext cx="838686" cy="90183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F657226A-E71D-B79B-DA51-FBCE2A260A75}"/>
                  </a:ext>
                </a:extLst>
              </p14:cNvPr>
              <p14:cNvContentPartPr/>
              <p14:nvPr/>
            </p14:nvContentPartPr>
            <p14:xfrm>
              <a:off x="5823891" y="4484760"/>
              <a:ext cx="360" cy="360"/>
            </p14:xfrm>
          </p:contentPart>
        </mc:Choice>
        <mc:Fallback xmlns="">
          <p:pic>
            <p:nvPicPr>
              <p:cNvPr id="13" name="Ink 12">
                <a:extLst>
                  <a:ext uri="{FF2B5EF4-FFF2-40B4-BE49-F238E27FC236}">
                    <a16:creationId xmlns:a16="http://schemas.microsoft.com/office/drawing/2014/main" id="{F657226A-E71D-B79B-DA51-FBCE2A260A75}"/>
                  </a:ext>
                </a:extLst>
              </p:cNvPr>
              <p:cNvPicPr/>
              <p:nvPr/>
            </p:nvPicPr>
            <p:blipFill>
              <a:blip r:embed="rId10"/>
              <a:stretch>
                <a:fillRect/>
              </a:stretch>
            </p:blipFill>
            <p:spPr>
              <a:xfrm>
                <a:off x="5817771" y="4478640"/>
                <a:ext cx="12600" cy="12600"/>
              </a:xfrm>
              <a:prstGeom prst="rect">
                <a:avLst/>
              </a:prstGeom>
            </p:spPr>
          </p:pic>
        </mc:Fallback>
      </mc:AlternateContent>
      <p:pic>
        <p:nvPicPr>
          <p:cNvPr id="15" name="Picture 14">
            <a:extLst>
              <a:ext uri="{FF2B5EF4-FFF2-40B4-BE49-F238E27FC236}">
                <a16:creationId xmlns:a16="http://schemas.microsoft.com/office/drawing/2014/main" id="{39222F52-5C4E-33C4-85C0-D0387EBE1D11}"/>
              </a:ext>
            </a:extLst>
          </p:cNvPr>
          <p:cNvPicPr>
            <a:picLocks noChangeAspect="1"/>
          </p:cNvPicPr>
          <p:nvPr/>
        </p:nvPicPr>
        <p:blipFill>
          <a:blip r:embed="rId11"/>
          <a:stretch>
            <a:fillRect/>
          </a:stretch>
        </p:blipFill>
        <p:spPr>
          <a:xfrm>
            <a:off x="4665926" y="3859904"/>
            <a:ext cx="5357835" cy="2616334"/>
          </a:xfrm>
          <a:prstGeom prst="rect">
            <a:avLst/>
          </a:prstGeom>
        </p:spPr>
      </p:pic>
      <p:sp>
        <p:nvSpPr>
          <p:cNvPr id="18" name="Rectangle 17">
            <a:extLst>
              <a:ext uri="{FF2B5EF4-FFF2-40B4-BE49-F238E27FC236}">
                <a16:creationId xmlns:a16="http://schemas.microsoft.com/office/drawing/2014/main" id="{F418B88D-84DF-8025-401C-40BC98F280B4}"/>
              </a:ext>
            </a:extLst>
          </p:cNvPr>
          <p:cNvSpPr/>
          <p:nvPr/>
        </p:nvSpPr>
        <p:spPr>
          <a:xfrm>
            <a:off x="458722" y="381762"/>
            <a:ext cx="4713515" cy="10937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i="1" dirty="0"/>
              <a:t>Factory Pattern</a:t>
            </a:r>
          </a:p>
        </p:txBody>
      </p:sp>
    </p:spTree>
    <p:extLst>
      <p:ext uri="{BB962C8B-B14F-4D97-AF65-F5344CB8AC3E}">
        <p14:creationId xmlns:p14="http://schemas.microsoft.com/office/powerpoint/2010/main" val="3382610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D5831B97-744D-8493-ACF1-6D5B96FF1EA1}"/>
              </a:ext>
            </a:extLst>
          </p:cNvPr>
          <p:cNvSpPr>
            <a:spLocks noGrp="1"/>
          </p:cNvSpPr>
          <p:nvPr>
            <p:ph sz="half" idx="1"/>
          </p:nvPr>
        </p:nvSpPr>
        <p:spPr>
          <a:xfrm>
            <a:off x="540000" y="478971"/>
            <a:ext cx="5437186" cy="6008915"/>
          </a:xfrm>
        </p:spPr>
        <p:txBody>
          <a:bodyPr>
            <a:normAutofit lnSpcReduction="10000"/>
          </a:bodyPr>
          <a:lstStyle/>
          <a:p>
            <a:r>
              <a:rPr lang="en-US" dirty="0"/>
              <a:t>Without Factory design pattern</a:t>
            </a:r>
          </a:p>
          <a:p>
            <a:endParaRPr lang="en-US" dirty="0"/>
          </a:p>
          <a:p>
            <a:endParaRPr lang="en-US" dirty="0"/>
          </a:p>
          <a:p>
            <a:endParaRPr lang="en-US" dirty="0"/>
          </a:p>
          <a:p>
            <a:endParaRPr lang="en-US" dirty="0"/>
          </a:p>
          <a:p>
            <a:endParaRPr lang="en-US" dirty="0"/>
          </a:p>
          <a:p>
            <a:r>
              <a:rPr lang="en-US" dirty="0"/>
              <a:t>Directly client takes the burden of creating various objects instead relying on abstraction and results in tight coupling, violates single responsibility.(obj creation + calling loan)</a:t>
            </a:r>
          </a:p>
          <a:p>
            <a:r>
              <a:rPr lang="en-US" dirty="0"/>
              <a:t>When a new concrete implementation is added say Business loan, again client class need to be modified.</a:t>
            </a:r>
          </a:p>
        </p:txBody>
      </p:sp>
      <p:sp>
        <p:nvSpPr>
          <p:cNvPr id="10" name="Content Placeholder 9">
            <a:extLst>
              <a:ext uri="{FF2B5EF4-FFF2-40B4-BE49-F238E27FC236}">
                <a16:creationId xmlns:a16="http://schemas.microsoft.com/office/drawing/2014/main" id="{F1FFD659-494E-4FA9-AB6B-D161FD1D8F27}"/>
              </a:ext>
            </a:extLst>
          </p:cNvPr>
          <p:cNvSpPr>
            <a:spLocks noGrp="1"/>
          </p:cNvSpPr>
          <p:nvPr>
            <p:ph sz="half" idx="2"/>
          </p:nvPr>
        </p:nvSpPr>
        <p:spPr>
          <a:xfrm>
            <a:off x="6203950" y="402771"/>
            <a:ext cx="5437186" cy="5911629"/>
          </a:xfrm>
        </p:spPr>
        <p:txBody>
          <a:bodyPr>
            <a:normAutofit lnSpcReduction="10000"/>
          </a:bodyPr>
          <a:lstStyle/>
          <a:p>
            <a:pPr marL="0" indent="0">
              <a:buNone/>
            </a:pPr>
            <a:r>
              <a:rPr lang="en-US" dirty="0"/>
              <a:t> With Factory design pattern</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Client is relying on abstraction and it is transferring the burden of creating objects to factory class except the type what it wants. client is just calling, not focusing on creation of objects.</a:t>
            </a:r>
          </a:p>
          <a:p>
            <a:r>
              <a:rPr lang="en-US" dirty="0"/>
              <a:t>Here we can add one concrete implementation and one more type in factory and just pass business as string in client class(Without modifying).</a:t>
            </a:r>
          </a:p>
        </p:txBody>
      </p:sp>
      <p:pic>
        <p:nvPicPr>
          <p:cNvPr id="12" name="Picture 11">
            <a:extLst>
              <a:ext uri="{FF2B5EF4-FFF2-40B4-BE49-F238E27FC236}">
                <a16:creationId xmlns:a16="http://schemas.microsoft.com/office/drawing/2014/main" id="{873B797B-B26B-F1B7-C78F-49637BF27772}"/>
              </a:ext>
            </a:extLst>
          </p:cNvPr>
          <p:cNvPicPr>
            <a:picLocks noChangeAspect="1"/>
          </p:cNvPicPr>
          <p:nvPr/>
        </p:nvPicPr>
        <p:blipFill>
          <a:blip r:embed="rId2"/>
          <a:stretch>
            <a:fillRect/>
          </a:stretch>
        </p:blipFill>
        <p:spPr>
          <a:xfrm>
            <a:off x="631371" y="1096212"/>
            <a:ext cx="4963886" cy="2060646"/>
          </a:xfrm>
          <a:prstGeom prst="rect">
            <a:avLst/>
          </a:prstGeom>
        </p:spPr>
      </p:pic>
      <p:pic>
        <p:nvPicPr>
          <p:cNvPr id="17" name="Picture 16">
            <a:extLst>
              <a:ext uri="{FF2B5EF4-FFF2-40B4-BE49-F238E27FC236}">
                <a16:creationId xmlns:a16="http://schemas.microsoft.com/office/drawing/2014/main" id="{6F919BD6-FB6D-83BF-C2B4-A03BDE37632B}"/>
              </a:ext>
            </a:extLst>
          </p:cNvPr>
          <p:cNvPicPr>
            <a:picLocks noChangeAspect="1"/>
          </p:cNvPicPr>
          <p:nvPr/>
        </p:nvPicPr>
        <p:blipFill>
          <a:blip r:embed="rId3"/>
          <a:stretch>
            <a:fillRect/>
          </a:stretch>
        </p:blipFill>
        <p:spPr>
          <a:xfrm>
            <a:off x="6343626" y="1096212"/>
            <a:ext cx="5437187" cy="2060646"/>
          </a:xfrm>
          <a:prstGeom prst="rect">
            <a:avLst/>
          </a:prstGeom>
        </p:spPr>
      </p:pic>
    </p:spTree>
    <p:extLst>
      <p:ext uri="{BB962C8B-B14F-4D97-AF65-F5344CB8AC3E}">
        <p14:creationId xmlns:p14="http://schemas.microsoft.com/office/powerpoint/2010/main" val="2440927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031B9-3C7C-F14A-4D9D-4C975E42082D}"/>
              </a:ext>
            </a:extLst>
          </p:cNvPr>
          <p:cNvSpPr>
            <a:spLocks noGrp="1"/>
          </p:cNvSpPr>
          <p:nvPr>
            <p:ph type="title"/>
          </p:nvPr>
        </p:nvSpPr>
        <p:spPr/>
        <p:txBody>
          <a:bodyPr>
            <a:normAutofit/>
          </a:bodyPr>
          <a:lstStyle/>
          <a:p>
            <a:r>
              <a:rPr lang="en-US" sz="3600" dirty="0"/>
              <a:t>When to use Factory design pattern</a:t>
            </a:r>
          </a:p>
        </p:txBody>
      </p:sp>
      <p:sp>
        <p:nvSpPr>
          <p:cNvPr id="5" name="Content Placeholder 4">
            <a:extLst>
              <a:ext uri="{FF2B5EF4-FFF2-40B4-BE49-F238E27FC236}">
                <a16:creationId xmlns:a16="http://schemas.microsoft.com/office/drawing/2014/main" id="{C18193D7-916A-8654-A329-C40CB5F7F22C}"/>
              </a:ext>
            </a:extLst>
          </p:cNvPr>
          <p:cNvSpPr>
            <a:spLocks noGrp="1"/>
          </p:cNvSpPr>
          <p:nvPr>
            <p:ph idx="1"/>
          </p:nvPr>
        </p:nvSpPr>
        <p:spPr>
          <a:xfrm>
            <a:off x="540000" y="1251857"/>
            <a:ext cx="11101136" cy="5056867"/>
          </a:xfrm>
        </p:spPr>
        <p:txBody>
          <a:bodyPr/>
          <a:lstStyle/>
          <a:p>
            <a:r>
              <a:rPr lang="en-US" dirty="0"/>
              <a:t>When you don’t know how many concrete implementations comes in future.</a:t>
            </a:r>
          </a:p>
          <a:p>
            <a:r>
              <a:rPr lang="en-US" dirty="0"/>
              <a:t>When you want to decouple client and application logic.</a:t>
            </a:r>
          </a:p>
        </p:txBody>
      </p:sp>
    </p:spTree>
    <p:extLst>
      <p:ext uri="{BB962C8B-B14F-4D97-AF65-F5344CB8AC3E}">
        <p14:creationId xmlns:p14="http://schemas.microsoft.com/office/powerpoint/2010/main" val="371114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6658B-6D2B-37D0-D77F-3BC686565AAF}"/>
              </a:ext>
            </a:extLst>
          </p:cNvPr>
          <p:cNvSpPr>
            <a:spLocks noGrp="1"/>
          </p:cNvSpPr>
          <p:nvPr>
            <p:ph type="title"/>
          </p:nvPr>
        </p:nvSpPr>
        <p:spPr>
          <a:xfrm>
            <a:off x="540000" y="540000"/>
            <a:ext cx="8125029" cy="853371"/>
          </a:xfrm>
        </p:spPr>
        <p:txBody>
          <a:bodyPr>
            <a:normAutofit fontScale="90000"/>
          </a:bodyPr>
          <a:lstStyle/>
          <a:p>
            <a:r>
              <a:rPr lang="en-US" dirty="0"/>
              <a:t>Abstract Factory Pattern</a:t>
            </a:r>
          </a:p>
        </p:txBody>
      </p:sp>
      <p:pic>
        <p:nvPicPr>
          <p:cNvPr id="5" name="Picture 4">
            <a:extLst>
              <a:ext uri="{FF2B5EF4-FFF2-40B4-BE49-F238E27FC236}">
                <a16:creationId xmlns:a16="http://schemas.microsoft.com/office/drawing/2014/main" id="{145F69B9-3489-EBBB-5C00-4BBA76944363}"/>
              </a:ext>
            </a:extLst>
          </p:cNvPr>
          <p:cNvPicPr>
            <a:picLocks noChangeAspect="1"/>
          </p:cNvPicPr>
          <p:nvPr/>
        </p:nvPicPr>
        <p:blipFill>
          <a:blip r:embed="rId2"/>
          <a:stretch>
            <a:fillRect/>
          </a:stretch>
        </p:blipFill>
        <p:spPr>
          <a:xfrm>
            <a:off x="3584955" y="1480456"/>
            <a:ext cx="2844946" cy="1143059"/>
          </a:xfrm>
          <a:prstGeom prst="rect">
            <a:avLst/>
          </a:prstGeom>
        </p:spPr>
      </p:pic>
      <p:pic>
        <p:nvPicPr>
          <p:cNvPr id="7" name="Picture 6">
            <a:extLst>
              <a:ext uri="{FF2B5EF4-FFF2-40B4-BE49-F238E27FC236}">
                <a16:creationId xmlns:a16="http://schemas.microsoft.com/office/drawing/2014/main" id="{D00F25A1-8470-C22C-FC03-EA75BB092F63}"/>
              </a:ext>
            </a:extLst>
          </p:cNvPr>
          <p:cNvPicPr>
            <a:picLocks noChangeAspect="1"/>
          </p:cNvPicPr>
          <p:nvPr/>
        </p:nvPicPr>
        <p:blipFill>
          <a:blip r:embed="rId3"/>
          <a:stretch>
            <a:fillRect/>
          </a:stretch>
        </p:blipFill>
        <p:spPr>
          <a:xfrm>
            <a:off x="248527" y="3256603"/>
            <a:ext cx="3485273" cy="1397072"/>
          </a:xfrm>
          <a:prstGeom prst="rect">
            <a:avLst/>
          </a:prstGeom>
        </p:spPr>
      </p:pic>
      <p:pic>
        <p:nvPicPr>
          <p:cNvPr id="9" name="Picture 8">
            <a:extLst>
              <a:ext uri="{FF2B5EF4-FFF2-40B4-BE49-F238E27FC236}">
                <a16:creationId xmlns:a16="http://schemas.microsoft.com/office/drawing/2014/main" id="{0DB78F6A-58FC-407C-6507-E1B6B8BEFD79}"/>
              </a:ext>
            </a:extLst>
          </p:cNvPr>
          <p:cNvPicPr>
            <a:picLocks noChangeAspect="1"/>
          </p:cNvPicPr>
          <p:nvPr/>
        </p:nvPicPr>
        <p:blipFill>
          <a:blip r:embed="rId4"/>
          <a:stretch>
            <a:fillRect/>
          </a:stretch>
        </p:blipFill>
        <p:spPr>
          <a:xfrm>
            <a:off x="4202599" y="3317752"/>
            <a:ext cx="2915704" cy="1295467"/>
          </a:xfrm>
          <a:prstGeom prst="rect">
            <a:avLst/>
          </a:prstGeom>
        </p:spPr>
      </p:pic>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F7920FDB-81AE-47C6-3E35-52F497426A16}"/>
                  </a:ext>
                </a:extLst>
              </p14:cNvPr>
              <p14:cNvContentPartPr/>
              <p14:nvPr/>
            </p14:nvContentPartPr>
            <p14:xfrm>
              <a:off x="3597651" y="2612400"/>
              <a:ext cx="517680" cy="621000"/>
            </p14:xfrm>
          </p:contentPart>
        </mc:Choice>
        <mc:Fallback xmlns="">
          <p:pic>
            <p:nvPicPr>
              <p:cNvPr id="10" name="Ink 9">
                <a:extLst>
                  <a:ext uri="{FF2B5EF4-FFF2-40B4-BE49-F238E27FC236}">
                    <a16:creationId xmlns:a16="http://schemas.microsoft.com/office/drawing/2014/main" id="{F7920FDB-81AE-47C6-3E35-52F497426A16}"/>
                  </a:ext>
                </a:extLst>
              </p:cNvPr>
              <p:cNvPicPr/>
              <p:nvPr/>
            </p:nvPicPr>
            <p:blipFill>
              <a:blip r:embed="rId6"/>
              <a:stretch>
                <a:fillRect/>
              </a:stretch>
            </p:blipFill>
            <p:spPr>
              <a:xfrm>
                <a:off x="3591531" y="2606280"/>
                <a:ext cx="529920" cy="633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C6F8A127-3E86-B6D6-D534-447E0C95DE2E}"/>
                  </a:ext>
                </a:extLst>
              </p14:cNvPr>
              <p14:cNvContentPartPr/>
              <p14:nvPr/>
            </p14:nvContentPartPr>
            <p14:xfrm>
              <a:off x="5638491" y="2666400"/>
              <a:ext cx="631080" cy="594360"/>
            </p14:xfrm>
          </p:contentPart>
        </mc:Choice>
        <mc:Fallback xmlns="">
          <p:pic>
            <p:nvPicPr>
              <p:cNvPr id="11" name="Ink 10">
                <a:extLst>
                  <a:ext uri="{FF2B5EF4-FFF2-40B4-BE49-F238E27FC236}">
                    <a16:creationId xmlns:a16="http://schemas.microsoft.com/office/drawing/2014/main" id="{C6F8A127-3E86-B6D6-D534-447E0C95DE2E}"/>
                  </a:ext>
                </a:extLst>
              </p:cNvPr>
              <p:cNvPicPr/>
              <p:nvPr/>
            </p:nvPicPr>
            <p:blipFill>
              <a:blip r:embed="rId8"/>
              <a:stretch>
                <a:fillRect/>
              </a:stretch>
            </p:blipFill>
            <p:spPr>
              <a:xfrm>
                <a:off x="5632371" y="2660280"/>
                <a:ext cx="643320" cy="606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8B269E68-875E-4CC7-DEA7-E8BC001A535E}"/>
                  </a:ext>
                </a:extLst>
              </p14:cNvPr>
              <p14:cNvContentPartPr/>
              <p14:nvPr/>
            </p14:nvContentPartPr>
            <p14:xfrm>
              <a:off x="5574411" y="2626080"/>
              <a:ext cx="86040" cy="51840"/>
            </p14:xfrm>
          </p:contentPart>
        </mc:Choice>
        <mc:Fallback xmlns="">
          <p:pic>
            <p:nvPicPr>
              <p:cNvPr id="12" name="Ink 11">
                <a:extLst>
                  <a:ext uri="{FF2B5EF4-FFF2-40B4-BE49-F238E27FC236}">
                    <a16:creationId xmlns:a16="http://schemas.microsoft.com/office/drawing/2014/main" id="{8B269E68-875E-4CC7-DEA7-E8BC001A535E}"/>
                  </a:ext>
                </a:extLst>
              </p:cNvPr>
              <p:cNvPicPr/>
              <p:nvPr/>
            </p:nvPicPr>
            <p:blipFill>
              <a:blip r:embed="rId10"/>
              <a:stretch>
                <a:fillRect/>
              </a:stretch>
            </p:blipFill>
            <p:spPr>
              <a:xfrm>
                <a:off x="5568291" y="2619960"/>
                <a:ext cx="9828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DB623CA6-4661-0ED2-5D5D-5431B5DE6677}"/>
                  </a:ext>
                </a:extLst>
              </p14:cNvPr>
              <p14:cNvContentPartPr/>
              <p14:nvPr/>
            </p14:nvContentPartPr>
            <p14:xfrm>
              <a:off x="7474183" y="3892920"/>
              <a:ext cx="4680" cy="4680"/>
            </p14:xfrm>
          </p:contentPart>
        </mc:Choice>
        <mc:Fallback xmlns="">
          <p:pic>
            <p:nvPicPr>
              <p:cNvPr id="13" name="Ink 12">
                <a:extLst>
                  <a:ext uri="{FF2B5EF4-FFF2-40B4-BE49-F238E27FC236}">
                    <a16:creationId xmlns:a16="http://schemas.microsoft.com/office/drawing/2014/main" id="{DB623CA6-4661-0ED2-5D5D-5431B5DE6677}"/>
                  </a:ext>
                </a:extLst>
              </p:cNvPr>
              <p:cNvPicPr/>
              <p:nvPr/>
            </p:nvPicPr>
            <p:blipFill>
              <a:blip r:embed="rId12"/>
              <a:stretch>
                <a:fillRect/>
              </a:stretch>
            </p:blipFill>
            <p:spPr>
              <a:xfrm>
                <a:off x="7468063" y="3886800"/>
                <a:ext cx="16920" cy="16920"/>
              </a:xfrm>
              <a:prstGeom prst="rect">
                <a:avLst/>
              </a:prstGeom>
            </p:spPr>
          </p:pic>
        </mc:Fallback>
      </mc:AlternateContent>
      <p:pic>
        <p:nvPicPr>
          <p:cNvPr id="15" name="Picture 14">
            <a:extLst>
              <a:ext uri="{FF2B5EF4-FFF2-40B4-BE49-F238E27FC236}">
                <a16:creationId xmlns:a16="http://schemas.microsoft.com/office/drawing/2014/main" id="{235A8DE9-770E-7183-48AD-098479737C84}"/>
              </a:ext>
            </a:extLst>
          </p:cNvPr>
          <p:cNvPicPr>
            <a:picLocks noChangeAspect="1"/>
          </p:cNvPicPr>
          <p:nvPr/>
        </p:nvPicPr>
        <p:blipFill>
          <a:blip r:embed="rId13"/>
          <a:stretch>
            <a:fillRect/>
          </a:stretch>
        </p:blipFill>
        <p:spPr>
          <a:xfrm>
            <a:off x="7834743" y="87790"/>
            <a:ext cx="4274151" cy="3867349"/>
          </a:xfrm>
          <a:prstGeom prst="rect">
            <a:avLst/>
          </a:prstGeom>
        </p:spPr>
      </p:pic>
      <p:pic>
        <p:nvPicPr>
          <p:cNvPr id="17" name="Picture 16">
            <a:extLst>
              <a:ext uri="{FF2B5EF4-FFF2-40B4-BE49-F238E27FC236}">
                <a16:creationId xmlns:a16="http://schemas.microsoft.com/office/drawing/2014/main" id="{4DECF61D-A49A-62EB-21E6-6794F990D6E3}"/>
              </a:ext>
            </a:extLst>
          </p:cNvPr>
          <p:cNvPicPr>
            <a:picLocks noChangeAspect="1"/>
          </p:cNvPicPr>
          <p:nvPr/>
        </p:nvPicPr>
        <p:blipFill>
          <a:blip r:embed="rId14"/>
          <a:stretch>
            <a:fillRect/>
          </a:stretch>
        </p:blipFill>
        <p:spPr>
          <a:xfrm>
            <a:off x="423999" y="5347912"/>
            <a:ext cx="3309801" cy="1320868"/>
          </a:xfrm>
          <a:prstGeom prst="rect">
            <a:avLst/>
          </a:prstGeom>
        </p:spPr>
      </p:pic>
      <p:pic>
        <p:nvPicPr>
          <p:cNvPr id="19" name="Picture 18">
            <a:extLst>
              <a:ext uri="{FF2B5EF4-FFF2-40B4-BE49-F238E27FC236}">
                <a16:creationId xmlns:a16="http://schemas.microsoft.com/office/drawing/2014/main" id="{F714C351-6D71-39CC-3170-5E1293C1F1BB}"/>
              </a:ext>
            </a:extLst>
          </p:cNvPr>
          <p:cNvPicPr>
            <a:picLocks noChangeAspect="1"/>
          </p:cNvPicPr>
          <p:nvPr/>
        </p:nvPicPr>
        <p:blipFill>
          <a:blip r:embed="rId15"/>
          <a:stretch>
            <a:fillRect/>
          </a:stretch>
        </p:blipFill>
        <p:spPr>
          <a:xfrm>
            <a:off x="7841982" y="4033080"/>
            <a:ext cx="4266912" cy="2629664"/>
          </a:xfrm>
          <a:prstGeom prst="rect">
            <a:avLst/>
          </a:prstGeom>
        </p:spPr>
      </p:pic>
    </p:spTree>
    <p:extLst>
      <p:ext uri="{BB962C8B-B14F-4D97-AF65-F5344CB8AC3E}">
        <p14:creationId xmlns:p14="http://schemas.microsoft.com/office/powerpoint/2010/main" val="3722935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509DA65-79A8-DFB6-E4F5-365B49605BE7}"/>
              </a:ext>
            </a:extLst>
          </p:cNvPr>
          <p:cNvSpPr>
            <a:spLocks noGrp="1"/>
          </p:cNvSpPr>
          <p:nvPr>
            <p:ph sz="half" idx="1"/>
          </p:nvPr>
        </p:nvSpPr>
        <p:spPr>
          <a:xfrm>
            <a:off x="540000" y="555171"/>
            <a:ext cx="5437186" cy="5759229"/>
          </a:xfrm>
        </p:spPr>
        <p:txBody>
          <a:bodyPr/>
          <a:lstStyle/>
          <a:p>
            <a:pPr marL="0" indent="0">
              <a:buNone/>
            </a:pPr>
            <a:r>
              <a:rPr lang="en-US" dirty="0"/>
              <a:t>Without Abstract Factory Pattern</a:t>
            </a:r>
          </a:p>
          <a:p>
            <a:pPr marL="0" indent="0">
              <a:buNone/>
            </a:pPr>
            <a:endParaRPr lang="en-US" dirty="0"/>
          </a:p>
        </p:txBody>
      </p:sp>
      <p:sp>
        <p:nvSpPr>
          <p:cNvPr id="6" name="Content Placeholder 5">
            <a:extLst>
              <a:ext uri="{FF2B5EF4-FFF2-40B4-BE49-F238E27FC236}">
                <a16:creationId xmlns:a16="http://schemas.microsoft.com/office/drawing/2014/main" id="{991596C2-4F69-EC5A-14E1-C0F092DFAA05}"/>
              </a:ext>
            </a:extLst>
          </p:cNvPr>
          <p:cNvSpPr>
            <a:spLocks noGrp="1"/>
          </p:cNvSpPr>
          <p:nvPr>
            <p:ph sz="half" idx="2"/>
          </p:nvPr>
        </p:nvSpPr>
        <p:spPr>
          <a:xfrm>
            <a:off x="6203950" y="555171"/>
            <a:ext cx="5437186" cy="5759229"/>
          </a:xfrm>
        </p:spPr>
        <p:txBody>
          <a:bodyPr/>
          <a:lstStyle/>
          <a:p>
            <a:pPr marL="0" indent="0">
              <a:buNone/>
            </a:pPr>
            <a:r>
              <a:rPr lang="en-US" dirty="0"/>
              <a:t>With Abstract Factory Pattern</a:t>
            </a:r>
          </a:p>
        </p:txBody>
      </p:sp>
      <p:pic>
        <p:nvPicPr>
          <p:cNvPr id="8" name="Picture 7">
            <a:extLst>
              <a:ext uri="{FF2B5EF4-FFF2-40B4-BE49-F238E27FC236}">
                <a16:creationId xmlns:a16="http://schemas.microsoft.com/office/drawing/2014/main" id="{BC366D78-7868-F1B7-7228-90E1952E7D81}"/>
              </a:ext>
            </a:extLst>
          </p:cNvPr>
          <p:cNvPicPr>
            <a:picLocks noChangeAspect="1"/>
          </p:cNvPicPr>
          <p:nvPr/>
        </p:nvPicPr>
        <p:blipFill>
          <a:blip r:embed="rId3"/>
          <a:stretch>
            <a:fillRect/>
          </a:stretch>
        </p:blipFill>
        <p:spPr>
          <a:xfrm>
            <a:off x="723306" y="1063503"/>
            <a:ext cx="4817523" cy="4730993"/>
          </a:xfrm>
          <a:prstGeom prst="rect">
            <a:avLst/>
          </a:prstGeom>
        </p:spPr>
      </p:pic>
      <p:pic>
        <p:nvPicPr>
          <p:cNvPr id="10" name="Picture 9">
            <a:extLst>
              <a:ext uri="{FF2B5EF4-FFF2-40B4-BE49-F238E27FC236}">
                <a16:creationId xmlns:a16="http://schemas.microsoft.com/office/drawing/2014/main" id="{D41AEE97-2BB7-39DF-1CC4-1999FB60B249}"/>
              </a:ext>
            </a:extLst>
          </p:cNvPr>
          <p:cNvPicPr>
            <a:picLocks noChangeAspect="1"/>
          </p:cNvPicPr>
          <p:nvPr/>
        </p:nvPicPr>
        <p:blipFill>
          <a:blip r:embed="rId4"/>
          <a:stretch>
            <a:fillRect/>
          </a:stretch>
        </p:blipFill>
        <p:spPr>
          <a:xfrm>
            <a:off x="6520542" y="1063503"/>
            <a:ext cx="4680858" cy="4730993"/>
          </a:xfrm>
          <a:prstGeom prst="rect">
            <a:avLst/>
          </a:prstGeom>
        </p:spPr>
      </p:pic>
    </p:spTree>
    <p:extLst>
      <p:ext uri="{BB962C8B-B14F-4D97-AF65-F5344CB8AC3E}">
        <p14:creationId xmlns:p14="http://schemas.microsoft.com/office/powerpoint/2010/main" val="1625625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932F0C-3B69-3494-6A95-346A64385D89}"/>
              </a:ext>
            </a:extLst>
          </p:cNvPr>
          <p:cNvSpPr>
            <a:spLocks noGrp="1"/>
          </p:cNvSpPr>
          <p:nvPr>
            <p:ph type="title"/>
          </p:nvPr>
        </p:nvSpPr>
        <p:spPr>
          <a:xfrm>
            <a:off x="539999" y="549276"/>
            <a:ext cx="11101135" cy="419553"/>
          </a:xfrm>
        </p:spPr>
        <p:txBody>
          <a:bodyPr>
            <a:normAutofit fontScale="90000"/>
          </a:bodyPr>
          <a:lstStyle/>
          <a:p>
            <a:r>
              <a:rPr lang="en-US" sz="2800" b="1" dirty="0"/>
              <a:t>When to use Abstract Factory Pattern</a:t>
            </a:r>
          </a:p>
        </p:txBody>
      </p:sp>
      <p:sp>
        <p:nvSpPr>
          <p:cNvPr id="6" name="Content Placeholder 5">
            <a:extLst>
              <a:ext uri="{FF2B5EF4-FFF2-40B4-BE49-F238E27FC236}">
                <a16:creationId xmlns:a16="http://schemas.microsoft.com/office/drawing/2014/main" id="{C107911F-810F-11AF-F162-5897E6B8B51F}"/>
              </a:ext>
            </a:extLst>
          </p:cNvPr>
          <p:cNvSpPr>
            <a:spLocks noGrp="1"/>
          </p:cNvSpPr>
          <p:nvPr>
            <p:ph idx="1"/>
          </p:nvPr>
        </p:nvSpPr>
        <p:spPr>
          <a:xfrm>
            <a:off x="540000" y="1208314"/>
            <a:ext cx="11101136" cy="5100410"/>
          </a:xfrm>
        </p:spPr>
        <p:txBody>
          <a:bodyPr/>
          <a:lstStyle/>
          <a:p>
            <a:r>
              <a:rPr lang="en-US" dirty="0"/>
              <a:t>When the system needs to be configured with one of a multiple family of objects which are related.</a:t>
            </a:r>
          </a:p>
          <a:p>
            <a:r>
              <a:rPr lang="en-US" dirty="0"/>
              <a:t>When the system needs to be independent of how its object are created, composed, and represented.</a:t>
            </a:r>
          </a:p>
          <a:p>
            <a:endParaRPr lang="en-US" dirty="0"/>
          </a:p>
        </p:txBody>
      </p:sp>
    </p:spTree>
    <p:extLst>
      <p:ext uri="{BB962C8B-B14F-4D97-AF65-F5344CB8AC3E}">
        <p14:creationId xmlns:p14="http://schemas.microsoft.com/office/powerpoint/2010/main" val="1913761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46A3A91-4E6C-3D15-E107-FC9CD9B9F8ED}"/>
              </a:ext>
            </a:extLst>
          </p:cNvPr>
          <p:cNvSpPr>
            <a:spLocks noGrp="1"/>
          </p:cNvSpPr>
          <p:nvPr>
            <p:ph sz="half" idx="1"/>
          </p:nvPr>
        </p:nvSpPr>
        <p:spPr>
          <a:xfrm>
            <a:off x="540000" y="511629"/>
            <a:ext cx="5437186" cy="5802771"/>
          </a:xfrm>
        </p:spPr>
        <p:txBody>
          <a:bodyPr/>
          <a:lstStyle/>
          <a:p>
            <a:pPr marL="0" indent="0">
              <a:buNone/>
            </a:pPr>
            <a:r>
              <a:rPr lang="en-US" b="1" dirty="0">
                <a:solidFill>
                  <a:srgbClr val="7030A0"/>
                </a:solidFill>
              </a:rPr>
              <a:t>Singleton – </a:t>
            </a:r>
            <a:r>
              <a:rPr lang="en-US" dirty="0"/>
              <a:t>Restricts the class to create a multiple object </a:t>
            </a:r>
            <a:r>
              <a:rPr lang="en-US" dirty="0" err="1"/>
              <a:t>i.e</a:t>
            </a:r>
            <a:r>
              <a:rPr lang="en-US" dirty="0"/>
              <a:t>, allows only single object.</a:t>
            </a:r>
          </a:p>
          <a:p>
            <a:pPr marL="0" indent="0">
              <a:buNone/>
            </a:pPr>
            <a:r>
              <a:rPr lang="en-US" dirty="0"/>
              <a:t>Ex: authentication, databases login etc.,</a:t>
            </a:r>
          </a:p>
          <a:p>
            <a:pPr marL="0" indent="0">
              <a:buNone/>
            </a:pPr>
            <a:r>
              <a:rPr lang="en-US" b="1" dirty="0">
                <a:solidFill>
                  <a:srgbClr val="7030A0"/>
                </a:solidFill>
              </a:rPr>
              <a:t>Components:</a:t>
            </a:r>
          </a:p>
          <a:p>
            <a:r>
              <a:rPr lang="en-US" b="1" dirty="0"/>
              <a:t>private no-</a:t>
            </a:r>
            <a:r>
              <a:rPr lang="en-US" b="1" dirty="0" err="1"/>
              <a:t>arg</a:t>
            </a:r>
            <a:r>
              <a:rPr lang="en-US" b="1" dirty="0"/>
              <a:t> constructor only…</a:t>
            </a:r>
          </a:p>
          <a:p>
            <a:r>
              <a:rPr lang="en-US" b="1" dirty="0"/>
              <a:t>Static  instance variable.</a:t>
            </a:r>
          </a:p>
          <a:p>
            <a:r>
              <a:rPr lang="en-US" b="1" dirty="0"/>
              <a:t>Static method which returns the object.</a:t>
            </a:r>
          </a:p>
          <a:p>
            <a:pPr marL="0" indent="0">
              <a:buNone/>
            </a:pPr>
            <a:endParaRPr lang="en-US" b="1" dirty="0"/>
          </a:p>
        </p:txBody>
      </p:sp>
      <p:pic>
        <p:nvPicPr>
          <p:cNvPr id="10" name="Content Placeholder 9">
            <a:extLst>
              <a:ext uri="{FF2B5EF4-FFF2-40B4-BE49-F238E27FC236}">
                <a16:creationId xmlns:a16="http://schemas.microsoft.com/office/drawing/2014/main" id="{2B8FEB60-96EC-08D2-A2F5-024F6AF67E55}"/>
              </a:ext>
            </a:extLst>
          </p:cNvPr>
          <p:cNvPicPr>
            <a:picLocks noGrp="1" noChangeAspect="1"/>
          </p:cNvPicPr>
          <p:nvPr>
            <p:ph sz="half" idx="2"/>
          </p:nvPr>
        </p:nvPicPr>
        <p:blipFill>
          <a:blip r:embed="rId2"/>
          <a:stretch>
            <a:fillRect/>
          </a:stretch>
        </p:blipFill>
        <p:spPr>
          <a:xfrm>
            <a:off x="6564059" y="1732142"/>
            <a:ext cx="4616687" cy="1816193"/>
          </a:xfrm>
        </p:spPr>
      </p:pic>
      <p:pic>
        <p:nvPicPr>
          <p:cNvPr id="8" name="Picture 7">
            <a:extLst>
              <a:ext uri="{FF2B5EF4-FFF2-40B4-BE49-F238E27FC236}">
                <a16:creationId xmlns:a16="http://schemas.microsoft.com/office/drawing/2014/main" id="{4FFA01E4-4324-813D-D15F-0E1D62C9CAC3}"/>
              </a:ext>
            </a:extLst>
          </p:cNvPr>
          <p:cNvPicPr>
            <a:picLocks noChangeAspect="1"/>
          </p:cNvPicPr>
          <p:nvPr/>
        </p:nvPicPr>
        <p:blipFill>
          <a:blip r:embed="rId3"/>
          <a:stretch>
            <a:fillRect/>
          </a:stretch>
        </p:blipFill>
        <p:spPr>
          <a:xfrm>
            <a:off x="783772" y="3769118"/>
            <a:ext cx="4735286" cy="2324219"/>
          </a:xfrm>
          <a:prstGeom prst="rect">
            <a:avLst/>
          </a:prstGeom>
        </p:spPr>
      </p:pic>
      <p:pic>
        <p:nvPicPr>
          <p:cNvPr id="12" name="Picture 11">
            <a:extLst>
              <a:ext uri="{FF2B5EF4-FFF2-40B4-BE49-F238E27FC236}">
                <a16:creationId xmlns:a16="http://schemas.microsoft.com/office/drawing/2014/main" id="{45076810-B065-63B3-1901-4B290D2FC9F2}"/>
              </a:ext>
            </a:extLst>
          </p:cNvPr>
          <p:cNvPicPr>
            <a:picLocks noChangeAspect="1"/>
          </p:cNvPicPr>
          <p:nvPr/>
        </p:nvPicPr>
        <p:blipFill>
          <a:blip r:embed="rId4"/>
          <a:stretch>
            <a:fillRect/>
          </a:stretch>
        </p:blipFill>
        <p:spPr>
          <a:xfrm>
            <a:off x="6564059" y="3750007"/>
            <a:ext cx="4691770" cy="1847945"/>
          </a:xfrm>
          <a:prstGeom prst="rect">
            <a:avLst/>
          </a:prstGeom>
        </p:spPr>
      </p:pic>
    </p:spTree>
    <p:extLst>
      <p:ext uri="{BB962C8B-B14F-4D97-AF65-F5344CB8AC3E}">
        <p14:creationId xmlns:p14="http://schemas.microsoft.com/office/powerpoint/2010/main" val="107331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935372-78D1-D6E3-9CBE-F21AF7952409}"/>
              </a:ext>
            </a:extLst>
          </p:cNvPr>
          <p:cNvSpPr>
            <a:spLocks noGrp="1"/>
          </p:cNvSpPr>
          <p:nvPr>
            <p:ph sz="half" idx="1"/>
          </p:nvPr>
        </p:nvSpPr>
        <p:spPr>
          <a:xfrm>
            <a:off x="540000" y="293914"/>
            <a:ext cx="5437186" cy="6020486"/>
          </a:xfrm>
        </p:spPr>
        <p:txBody>
          <a:bodyPr/>
          <a:lstStyle/>
          <a:p>
            <a:pPr marL="0" indent="0">
              <a:buNone/>
            </a:pPr>
            <a:r>
              <a:rPr lang="en-US" b="1" dirty="0">
                <a:solidFill>
                  <a:srgbClr val="7030A0"/>
                </a:solidFill>
              </a:rPr>
              <a:t>Prototype: </a:t>
            </a:r>
            <a:r>
              <a:rPr lang="en-US" dirty="0"/>
              <a:t>copy an existing object rather than create a new instance from scratch, something that may include costly operations.</a:t>
            </a:r>
          </a:p>
          <a:p>
            <a:pPr marL="0" indent="0">
              <a:buNone/>
            </a:pPr>
            <a:endParaRPr lang="en-US" dirty="0"/>
          </a:p>
          <a:p>
            <a:pPr marL="0" indent="0">
              <a:buNone/>
            </a:pPr>
            <a:endParaRPr lang="en-US" dirty="0"/>
          </a:p>
        </p:txBody>
      </p:sp>
      <p:pic>
        <p:nvPicPr>
          <p:cNvPr id="5" name="Content Placeholder 4">
            <a:extLst>
              <a:ext uri="{FF2B5EF4-FFF2-40B4-BE49-F238E27FC236}">
                <a16:creationId xmlns:a16="http://schemas.microsoft.com/office/drawing/2014/main" id="{21736D3A-B554-3735-39E2-AC7C49B160EE}"/>
              </a:ext>
            </a:extLst>
          </p:cNvPr>
          <p:cNvPicPr>
            <a:picLocks noGrp="1" noChangeAspect="1"/>
          </p:cNvPicPr>
          <p:nvPr>
            <p:ph sz="half" idx="2"/>
          </p:nvPr>
        </p:nvPicPr>
        <p:blipFill>
          <a:blip r:embed="rId2"/>
          <a:stretch>
            <a:fillRect/>
          </a:stretch>
        </p:blipFill>
        <p:spPr>
          <a:xfrm>
            <a:off x="6357256" y="533390"/>
            <a:ext cx="5207681" cy="3647869"/>
          </a:xfrm>
        </p:spPr>
      </p:pic>
      <p:pic>
        <p:nvPicPr>
          <p:cNvPr id="7" name="Picture 6">
            <a:extLst>
              <a:ext uri="{FF2B5EF4-FFF2-40B4-BE49-F238E27FC236}">
                <a16:creationId xmlns:a16="http://schemas.microsoft.com/office/drawing/2014/main" id="{6B55A42B-D266-6CB8-9FA8-0C0CC3112B4C}"/>
              </a:ext>
            </a:extLst>
          </p:cNvPr>
          <p:cNvPicPr>
            <a:picLocks noChangeAspect="1"/>
          </p:cNvPicPr>
          <p:nvPr/>
        </p:nvPicPr>
        <p:blipFill>
          <a:blip r:embed="rId3"/>
          <a:stretch>
            <a:fillRect/>
          </a:stretch>
        </p:blipFill>
        <p:spPr>
          <a:xfrm>
            <a:off x="153734" y="4682650"/>
            <a:ext cx="3104859" cy="1130358"/>
          </a:xfrm>
          <a:prstGeom prst="rect">
            <a:avLst/>
          </a:prstGeom>
        </p:spPr>
      </p:pic>
      <p:pic>
        <p:nvPicPr>
          <p:cNvPr id="9" name="Picture 8">
            <a:extLst>
              <a:ext uri="{FF2B5EF4-FFF2-40B4-BE49-F238E27FC236}">
                <a16:creationId xmlns:a16="http://schemas.microsoft.com/office/drawing/2014/main" id="{BDE57B5E-E4EE-E898-F7EB-434C8F47927B}"/>
              </a:ext>
            </a:extLst>
          </p:cNvPr>
          <p:cNvPicPr>
            <a:picLocks noChangeAspect="1"/>
          </p:cNvPicPr>
          <p:nvPr/>
        </p:nvPicPr>
        <p:blipFill>
          <a:blip r:embed="rId4"/>
          <a:stretch>
            <a:fillRect/>
          </a:stretch>
        </p:blipFill>
        <p:spPr>
          <a:xfrm>
            <a:off x="156605" y="1660179"/>
            <a:ext cx="6058211" cy="2521080"/>
          </a:xfrm>
          <a:prstGeom prst="rect">
            <a:avLst/>
          </a:prstGeom>
        </p:spPr>
      </p:pic>
    </p:spTree>
    <p:extLst>
      <p:ext uri="{BB962C8B-B14F-4D97-AF65-F5344CB8AC3E}">
        <p14:creationId xmlns:p14="http://schemas.microsoft.com/office/powerpoint/2010/main" val="194629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511908-0A94-12FD-9968-58C0B4FE2546}"/>
              </a:ext>
            </a:extLst>
          </p:cNvPr>
          <p:cNvSpPr>
            <a:spLocks noGrp="1"/>
          </p:cNvSpPr>
          <p:nvPr>
            <p:ph type="title"/>
          </p:nvPr>
        </p:nvSpPr>
        <p:spPr>
          <a:xfrm>
            <a:off x="2074863" y="2645228"/>
            <a:ext cx="11090275" cy="1567543"/>
          </a:xfrm>
        </p:spPr>
        <p:txBody>
          <a:bodyPr/>
          <a:lstStyle/>
          <a:p>
            <a:r>
              <a:rPr lang="en-US" dirty="0"/>
              <a:t>Builder Pattern</a:t>
            </a:r>
          </a:p>
        </p:txBody>
      </p:sp>
    </p:spTree>
    <p:extLst>
      <p:ext uri="{BB962C8B-B14F-4D97-AF65-F5344CB8AC3E}">
        <p14:creationId xmlns:p14="http://schemas.microsoft.com/office/powerpoint/2010/main" val="2851098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41092-31F9-389A-F6BA-480447F95A2A}"/>
              </a:ext>
            </a:extLst>
          </p:cNvPr>
          <p:cNvSpPr>
            <a:spLocks noGrp="1"/>
          </p:cNvSpPr>
          <p:nvPr>
            <p:ph type="title"/>
          </p:nvPr>
        </p:nvSpPr>
        <p:spPr/>
        <p:txBody>
          <a:bodyPr>
            <a:normAutofit/>
          </a:bodyPr>
          <a:lstStyle/>
          <a:p>
            <a:r>
              <a:rPr lang="en-US" sz="1800" dirty="0">
                <a:latin typeface="Avenir Next LT Pro (Body)"/>
              </a:rPr>
              <a:t>This pattern separates the construction of a complex object from its representation, allowing the same construction process to create different representations.</a:t>
            </a:r>
            <a:br>
              <a:rPr lang="en-US" sz="1800" dirty="0">
                <a:latin typeface="Avenir Next LT Pro (Body)"/>
              </a:rPr>
            </a:br>
            <a:br>
              <a:rPr lang="en-US" sz="1800" dirty="0">
                <a:latin typeface="Avenir Next LT Pro (Body)"/>
              </a:rPr>
            </a:br>
            <a:r>
              <a:rPr lang="en-US" sz="1800" b="1" dirty="0">
                <a:solidFill>
                  <a:schemeClr val="accent6">
                    <a:lumMod val="40000"/>
                    <a:lumOff val="60000"/>
                  </a:schemeClr>
                </a:solidFill>
                <a:latin typeface="Avenir Next LT Pro (Body)"/>
              </a:rPr>
              <a:t>1. Product</a:t>
            </a:r>
            <a:br>
              <a:rPr lang="en-US" sz="1800" dirty="0">
                <a:latin typeface="Avenir Next LT Pro (Body)"/>
              </a:rPr>
            </a:br>
            <a:r>
              <a:rPr lang="en-US" sz="1800" dirty="0">
                <a:latin typeface="Avenir Next LT Pro (Body)"/>
              </a:rPr>
              <a:t>The Product is the complex object that the Builder pattern is responsible for constructing.</a:t>
            </a:r>
            <a:br>
              <a:rPr lang="en-US" sz="1800" dirty="0">
                <a:latin typeface="Avenir Next LT Pro (Body)"/>
              </a:rPr>
            </a:br>
            <a:br>
              <a:rPr lang="en-US" sz="1800" dirty="0">
                <a:latin typeface="Avenir Next LT Pro (Body)"/>
              </a:rPr>
            </a:br>
            <a:r>
              <a:rPr lang="en-US" sz="1800" b="1" dirty="0">
                <a:solidFill>
                  <a:schemeClr val="accent6">
                    <a:lumMod val="40000"/>
                    <a:lumOff val="60000"/>
                  </a:schemeClr>
                </a:solidFill>
                <a:latin typeface="Avenir Next LT Pro (Body)"/>
              </a:rPr>
              <a:t>2. Builder</a:t>
            </a:r>
            <a:br>
              <a:rPr lang="en-US" sz="1800" dirty="0">
                <a:latin typeface="Avenir Next LT Pro (Body)"/>
              </a:rPr>
            </a:br>
            <a:r>
              <a:rPr lang="en-US" sz="1800" dirty="0">
                <a:latin typeface="Avenir Next LT Pro (Body)"/>
              </a:rPr>
              <a:t>The Builder is an interface or an abstract class that declares the construction steps for building a complex object.</a:t>
            </a:r>
            <a:br>
              <a:rPr lang="en-US" sz="1800" dirty="0">
                <a:latin typeface="Avenir Next LT Pro (Body)"/>
              </a:rPr>
            </a:br>
            <a:br>
              <a:rPr lang="en-US" sz="1800" dirty="0">
                <a:latin typeface="Avenir Next LT Pro (Body)"/>
              </a:rPr>
            </a:br>
            <a:r>
              <a:rPr lang="en-US" sz="1800" b="1" dirty="0">
                <a:solidFill>
                  <a:schemeClr val="accent6">
                    <a:lumMod val="40000"/>
                    <a:lumOff val="60000"/>
                  </a:schemeClr>
                </a:solidFill>
                <a:latin typeface="Avenir Next LT Pro (Body)"/>
              </a:rPr>
              <a:t>3. </a:t>
            </a:r>
            <a:r>
              <a:rPr lang="en-US" sz="1800" b="1" dirty="0" err="1">
                <a:solidFill>
                  <a:schemeClr val="accent6">
                    <a:lumMod val="40000"/>
                    <a:lumOff val="60000"/>
                  </a:schemeClr>
                </a:solidFill>
                <a:latin typeface="Avenir Next LT Pro (Body)"/>
              </a:rPr>
              <a:t>ConcreteBuilder</a:t>
            </a:r>
            <a:br>
              <a:rPr lang="en-US" sz="1800" dirty="0">
                <a:latin typeface="Avenir Next LT Pro (Body)"/>
              </a:rPr>
            </a:br>
            <a:r>
              <a:rPr lang="en-US" sz="1800" dirty="0" err="1">
                <a:latin typeface="Avenir Next LT Pro (Body)"/>
              </a:rPr>
              <a:t>ConcreteBuilder</a:t>
            </a:r>
            <a:r>
              <a:rPr lang="en-US" sz="1800" dirty="0">
                <a:latin typeface="Avenir Next LT Pro (Body)"/>
              </a:rPr>
              <a:t> classes implement the Builder interface, providing specific implementations for building each part of the </a:t>
            </a:r>
            <a:r>
              <a:rPr lang="en-US" sz="1800" dirty="0" err="1">
                <a:latin typeface="Avenir Next LT Pro (Body)"/>
              </a:rPr>
              <a:t>product.Each</a:t>
            </a:r>
            <a:r>
              <a:rPr lang="en-US" sz="1800" dirty="0">
                <a:latin typeface="Avenir Next LT Pro (Body)"/>
              </a:rPr>
              <a:t> </a:t>
            </a:r>
            <a:r>
              <a:rPr lang="en-US" sz="1800" dirty="0" err="1">
                <a:latin typeface="Avenir Next LT Pro (Body)"/>
              </a:rPr>
              <a:t>ConcreteBuilder</a:t>
            </a:r>
            <a:r>
              <a:rPr lang="en-US" sz="1800" dirty="0">
                <a:latin typeface="Avenir Next LT Pro (Body)"/>
              </a:rPr>
              <a:t> is </a:t>
            </a:r>
            <a:r>
              <a:rPr lang="en-US" sz="1800" dirty="0" err="1">
                <a:latin typeface="Avenir Next LT Pro (Body)"/>
              </a:rPr>
              <a:t>custmized</a:t>
            </a:r>
            <a:r>
              <a:rPr lang="en-US" sz="1800" dirty="0">
                <a:latin typeface="Avenir Next LT Pro (Body)"/>
              </a:rPr>
              <a:t> to create a specific variation of the product.</a:t>
            </a:r>
            <a:br>
              <a:rPr lang="en-US" sz="1800" dirty="0">
                <a:latin typeface="Avenir Next LT Pro (Body)"/>
              </a:rPr>
            </a:br>
            <a:br>
              <a:rPr lang="en-US" sz="1800" dirty="0">
                <a:latin typeface="Avenir Next LT Pro (Body)"/>
              </a:rPr>
            </a:br>
            <a:r>
              <a:rPr lang="en-US" sz="1800" b="1" dirty="0">
                <a:solidFill>
                  <a:schemeClr val="accent6">
                    <a:lumMod val="40000"/>
                    <a:lumOff val="60000"/>
                  </a:schemeClr>
                </a:solidFill>
                <a:latin typeface="Avenir Next LT Pro (Body)"/>
              </a:rPr>
              <a:t>4. Director</a:t>
            </a:r>
            <a:br>
              <a:rPr lang="en-US" sz="1800" dirty="0">
                <a:latin typeface="Avenir Next LT Pro (Body)"/>
              </a:rPr>
            </a:br>
            <a:r>
              <a:rPr lang="en-US" sz="1800" dirty="0">
                <a:latin typeface="Avenir Next LT Pro (Body)"/>
              </a:rPr>
              <a:t>The Director is responsible for managing the construction process of the complex object.</a:t>
            </a:r>
            <a:br>
              <a:rPr lang="en-US" sz="1800" dirty="0">
                <a:latin typeface="Avenir Next LT Pro (Body)"/>
              </a:rPr>
            </a:br>
            <a:r>
              <a:rPr lang="en-US" sz="1800" dirty="0">
                <a:latin typeface="Avenir Next LT Pro (Body)"/>
              </a:rPr>
              <a:t>It collaborates with a Builder, but it doesn’t know the specific details about how each part of the object is constructed.</a:t>
            </a:r>
            <a:br>
              <a:rPr lang="en-US" sz="1800" dirty="0">
                <a:latin typeface="Avenir Next LT Pro (Body)"/>
              </a:rPr>
            </a:br>
            <a:endParaRPr lang="en-US" sz="1800" dirty="0">
              <a:latin typeface="Avenir Next LT Pro (Body)"/>
            </a:endParaRPr>
          </a:p>
        </p:txBody>
      </p:sp>
    </p:spTree>
    <p:extLst>
      <p:ext uri="{BB962C8B-B14F-4D97-AF65-F5344CB8AC3E}">
        <p14:creationId xmlns:p14="http://schemas.microsoft.com/office/powerpoint/2010/main" val="1420409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371C986-289B-9A07-6277-EDD2BDAF7C25}"/>
              </a:ext>
            </a:extLst>
          </p:cNvPr>
          <p:cNvPicPr>
            <a:picLocks noChangeAspect="1"/>
          </p:cNvPicPr>
          <p:nvPr/>
        </p:nvPicPr>
        <p:blipFill>
          <a:blip r:embed="rId2"/>
          <a:stretch>
            <a:fillRect/>
          </a:stretch>
        </p:blipFill>
        <p:spPr>
          <a:xfrm>
            <a:off x="6203490" y="2377671"/>
            <a:ext cx="2787277" cy="3113135"/>
          </a:xfrm>
          <a:prstGeom prst="rect">
            <a:avLst/>
          </a:prstGeom>
        </p:spPr>
      </p:pic>
      <p:pic>
        <p:nvPicPr>
          <p:cNvPr id="6" name="Picture 5">
            <a:extLst>
              <a:ext uri="{FF2B5EF4-FFF2-40B4-BE49-F238E27FC236}">
                <a16:creationId xmlns:a16="http://schemas.microsoft.com/office/drawing/2014/main" id="{54DE632E-9C2E-139E-0B7D-D43C21D2F87D}"/>
              </a:ext>
            </a:extLst>
          </p:cNvPr>
          <p:cNvPicPr>
            <a:picLocks noChangeAspect="1"/>
          </p:cNvPicPr>
          <p:nvPr/>
        </p:nvPicPr>
        <p:blipFill>
          <a:blip r:embed="rId3"/>
          <a:stretch>
            <a:fillRect/>
          </a:stretch>
        </p:blipFill>
        <p:spPr>
          <a:xfrm>
            <a:off x="9037643" y="332870"/>
            <a:ext cx="3082024" cy="3113136"/>
          </a:xfrm>
          <a:prstGeom prst="rect">
            <a:avLst/>
          </a:prstGeom>
        </p:spPr>
      </p:pic>
      <p:pic>
        <p:nvPicPr>
          <p:cNvPr id="10" name="Picture 9">
            <a:extLst>
              <a:ext uri="{FF2B5EF4-FFF2-40B4-BE49-F238E27FC236}">
                <a16:creationId xmlns:a16="http://schemas.microsoft.com/office/drawing/2014/main" id="{4798336B-08D6-1F6E-5294-D0D3C124F71D}"/>
              </a:ext>
            </a:extLst>
          </p:cNvPr>
          <p:cNvPicPr>
            <a:picLocks noChangeAspect="1"/>
          </p:cNvPicPr>
          <p:nvPr/>
        </p:nvPicPr>
        <p:blipFill>
          <a:blip r:embed="rId4"/>
          <a:stretch>
            <a:fillRect/>
          </a:stretch>
        </p:blipFill>
        <p:spPr>
          <a:xfrm>
            <a:off x="161594" y="332870"/>
            <a:ext cx="3004482" cy="3778444"/>
          </a:xfrm>
          <a:prstGeom prst="rect">
            <a:avLst/>
          </a:prstGeom>
        </p:spPr>
      </p:pic>
      <p:pic>
        <p:nvPicPr>
          <p:cNvPr id="12" name="Picture 11">
            <a:extLst>
              <a:ext uri="{FF2B5EF4-FFF2-40B4-BE49-F238E27FC236}">
                <a16:creationId xmlns:a16="http://schemas.microsoft.com/office/drawing/2014/main" id="{2A49834D-27DD-8528-386B-23ACE181C1C2}"/>
              </a:ext>
            </a:extLst>
          </p:cNvPr>
          <p:cNvPicPr>
            <a:picLocks noChangeAspect="1"/>
          </p:cNvPicPr>
          <p:nvPr/>
        </p:nvPicPr>
        <p:blipFill>
          <a:blip r:embed="rId5"/>
          <a:stretch>
            <a:fillRect/>
          </a:stretch>
        </p:blipFill>
        <p:spPr>
          <a:xfrm>
            <a:off x="3285285" y="332870"/>
            <a:ext cx="2883048" cy="3778444"/>
          </a:xfrm>
          <a:prstGeom prst="rect">
            <a:avLst/>
          </a:prstGeom>
        </p:spPr>
      </p:pic>
      <p:pic>
        <p:nvPicPr>
          <p:cNvPr id="14" name="Picture 13">
            <a:extLst>
              <a:ext uri="{FF2B5EF4-FFF2-40B4-BE49-F238E27FC236}">
                <a16:creationId xmlns:a16="http://schemas.microsoft.com/office/drawing/2014/main" id="{7D3D5EBD-3B71-31C5-3ECB-2A7BA6C14754}"/>
              </a:ext>
            </a:extLst>
          </p:cNvPr>
          <p:cNvPicPr>
            <a:picLocks noChangeAspect="1"/>
          </p:cNvPicPr>
          <p:nvPr/>
        </p:nvPicPr>
        <p:blipFill>
          <a:blip r:embed="rId6"/>
          <a:stretch>
            <a:fillRect/>
          </a:stretch>
        </p:blipFill>
        <p:spPr>
          <a:xfrm>
            <a:off x="6203490" y="332870"/>
            <a:ext cx="2798996" cy="1968601"/>
          </a:xfrm>
          <a:prstGeom prst="rect">
            <a:avLst/>
          </a:prstGeom>
        </p:spPr>
      </p:pic>
      <p:pic>
        <p:nvPicPr>
          <p:cNvPr id="16" name="Picture 15">
            <a:extLst>
              <a:ext uri="{FF2B5EF4-FFF2-40B4-BE49-F238E27FC236}">
                <a16:creationId xmlns:a16="http://schemas.microsoft.com/office/drawing/2014/main" id="{26F239B8-ED56-1102-1CED-ECE2F00D1D35}"/>
              </a:ext>
            </a:extLst>
          </p:cNvPr>
          <p:cNvPicPr>
            <a:picLocks noChangeAspect="1"/>
          </p:cNvPicPr>
          <p:nvPr/>
        </p:nvPicPr>
        <p:blipFill>
          <a:blip r:embed="rId7"/>
          <a:stretch>
            <a:fillRect/>
          </a:stretch>
        </p:blipFill>
        <p:spPr>
          <a:xfrm>
            <a:off x="161594" y="4215434"/>
            <a:ext cx="4083260" cy="2550744"/>
          </a:xfrm>
          <a:prstGeom prst="rect">
            <a:avLst/>
          </a:prstGeom>
        </p:spPr>
      </p:pic>
    </p:spTree>
    <p:extLst>
      <p:ext uri="{BB962C8B-B14F-4D97-AF65-F5344CB8AC3E}">
        <p14:creationId xmlns:p14="http://schemas.microsoft.com/office/powerpoint/2010/main" val="1205504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9BC6A1-EF72-4B4C-1DDF-6E1C9FFBF51E}"/>
              </a:ext>
            </a:extLst>
          </p:cNvPr>
          <p:cNvSpPr>
            <a:spLocks noGrp="1"/>
          </p:cNvSpPr>
          <p:nvPr>
            <p:ph type="title"/>
          </p:nvPr>
        </p:nvSpPr>
        <p:spPr>
          <a:xfrm>
            <a:off x="637949" y="2497819"/>
            <a:ext cx="11412537" cy="1410153"/>
          </a:xfrm>
        </p:spPr>
        <p:txBody>
          <a:bodyPr>
            <a:normAutofit/>
          </a:bodyPr>
          <a:lstStyle/>
          <a:p>
            <a:r>
              <a:rPr lang="en-US" sz="7200" b="1" dirty="0">
                <a:solidFill>
                  <a:schemeClr val="accent1">
                    <a:lumMod val="60000"/>
                    <a:lumOff val="40000"/>
                  </a:schemeClr>
                </a:solidFill>
              </a:rPr>
              <a:t>Structural Design Patterns</a:t>
            </a:r>
          </a:p>
        </p:txBody>
      </p:sp>
    </p:spTree>
    <p:extLst>
      <p:ext uri="{BB962C8B-B14F-4D97-AF65-F5344CB8AC3E}">
        <p14:creationId xmlns:p14="http://schemas.microsoft.com/office/powerpoint/2010/main" val="889036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6A0A86E-3F15-92C9-0227-6ED6A17C9547}"/>
              </a:ext>
            </a:extLst>
          </p:cNvPr>
          <p:cNvSpPr>
            <a:spLocks noGrp="1"/>
          </p:cNvSpPr>
          <p:nvPr>
            <p:ph type="title"/>
          </p:nvPr>
        </p:nvSpPr>
        <p:spPr>
          <a:xfrm>
            <a:off x="540000" y="540000"/>
            <a:ext cx="11101135" cy="700971"/>
          </a:xfrm>
        </p:spPr>
        <p:txBody>
          <a:bodyPr>
            <a:normAutofit fontScale="90000"/>
          </a:bodyPr>
          <a:lstStyle/>
          <a:p>
            <a:r>
              <a:rPr lang="en-US" dirty="0"/>
              <a:t>Adapter Design Pattern</a:t>
            </a:r>
          </a:p>
        </p:txBody>
      </p:sp>
      <p:sp>
        <p:nvSpPr>
          <p:cNvPr id="4" name="Content Placeholder 3">
            <a:extLst>
              <a:ext uri="{FF2B5EF4-FFF2-40B4-BE49-F238E27FC236}">
                <a16:creationId xmlns:a16="http://schemas.microsoft.com/office/drawing/2014/main" id="{C06078D1-832A-BFA6-1EF4-9C79EB36C425}"/>
              </a:ext>
            </a:extLst>
          </p:cNvPr>
          <p:cNvSpPr>
            <a:spLocks noGrp="1"/>
          </p:cNvSpPr>
          <p:nvPr>
            <p:ph idx="1"/>
          </p:nvPr>
        </p:nvSpPr>
        <p:spPr>
          <a:xfrm>
            <a:off x="540000" y="1807029"/>
            <a:ext cx="11101136" cy="4501695"/>
          </a:xfrm>
        </p:spPr>
        <p:txBody>
          <a:bodyPr/>
          <a:lstStyle/>
          <a:p>
            <a:r>
              <a:rPr lang="en-US" dirty="0"/>
              <a:t>The Adapter pattern allows your existing client code to work with new or modified interfaces without altering the client itself. This is crucial when you want to integrate new systems without breaking existing functionality.</a:t>
            </a:r>
          </a:p>
          <a:p>
            <a:r>
              <a:rPr lang="en-US" dirty="0"/>
              <a:t>See below we just changed implementation class, everything is same.</a:t>
            </a:r>
          </a:p>
          <a:p>
            <a:r>
              <a:rPr lang="en-US" dirty="0"/>
              <a:t>Assume when there is a requirement change to use another payment interface</a:t>
            </a:r>
          </a:p>
          <a:p>
            <a:endParaRPr lang="en-US" dirty="0"/>
          </a:p>
        </p:txBody>
      </p:sp>
      <p:pic>
        <p:nvPicPr>
          <p:cNvPr id="6" name="Picture 5">
            <a:extLst>
              <a:ext uri="{FF2B5EF4-FFF2-40B4-BE49-F238E27FC236}">
                <a16:creationId xmlns:a16="http://schemas.microsoft.com/office/drawing/2014/main" id="{54917B66-B475-8AB1-9E7B-1CE171D55887}"/>
              </a:ext>
            </a:extLst>
          </p:cNvPr>
          <p:cNvPicPr>
            <a:picLocks noChangeAspect="1"/>
          </p:cNvPicPr>
          <p:nvPr/>
        </p:nvPicPr>
        <p:blipFill>
          <a:blip r:embed="rId2"/>
          <a:stretch>
            <a:fillRect/>
          </a:stretch>
        </p:blipFill>
        <p:spPr>
          <a:xfrm>
            <a:off x="6685519" y="4292562"/>
            <a:ext cx="4476979" cy="1339919"/>
          </a:xfrm>
          <a:prstGeom prst="rect">
            <a:avLst/>
          </a:prstGeom>
        </p:spPr>
      </p:pic>
      <p:pic>
        <p:nvPicPr>
          <p:cNvPr id="8" name="Picture 7">
            <a:extLst>
              <a:ext uri="{FF2B5EF4-FFF2-40B4-BE49-F238E27FC236}">
                <a16:creationId xmlns:a16="http://schemas.microsoft.com/office/drawing/2014/main" id="{6BFF1853-45E9-AF04-BA8E-082CFC2CAE76}"/>
              </a:ext>
            </a:extLst>
          </p:cNvPr>
          <p:cNvPicPr>
            <a:picLocks noChangeAspect="1"/>
          </p:cNvPicPr>
          <p:nvPr/>
        </p:nvPicPr>
        <p:blipFill>
          <a:blip r:embed="rId3"/>
          <a:stretch>
            <a:fillRect/>
          </a:stretch>
        </p:blipFill>
        <p:spPr>
          <a:xfrm>
            <a:off x="809509" y="4292562"/>
            <a:ext cx="4476980" cy="1339919"/>
          </a:xfrm>
          <a:prstGeom prst="rect">
            <a:avLst/>
          </a:prstGeom>
        </p:spPr>
      </p:pic>
    </p:spTree>
    <p:extLst>
      <p:ext uri="{BB962C8B-B14F-4D97-AF65-F5344CB8AC3E}">
        <p14:creationId xmlns:p14="http://schemas.microsoft.com/office/powerpoint/2010/main" val="1468890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4D6075-48DC-CED1-0896-DD59684A1D41}"/>
              </a:ext>
            </a:extLst>
          </p:cNvPr>
          <p:cNvPicPr>
            <a:picLocks noChangeAspect="1"/>
          </p:cNvPicPr>
          <p:nvPr/>
        </p:nvPicPr>
        <p:blipFill>
          <a:blip r:embed="rId3"/>
          <a:stretch>
            <a:fillRect/>
          </a:stretch>
        </p:blipFill>
        <p:spPr>
          <a:xfrm>
            <a:off x="374237" y="2705081"/>
            <a:ext cx="3652697" cy="1050979"/>
          </a:xfrm>
          <a:prstGeom prst="rect">
            <a:avLst/>
          </a:prstGeom>
        </p:spPr>
      </p:pic>
      <p:pic>
        <p:nvPicPr>
          <p:cNvPr id="7" name="Picture 6">
            <a:extLst>
              <a:ext uri="{FF2B5EF4-FFF2-40B4-BE49-F238E27FC236}">
                <a16:creationId xmlns:a16="http://schemas.microsoft.com/office/drawing/2014/main" id="{D9FDBC53-A77F-A97D-B360-387A84A74122}"/>
              </a:ext>
            </a:extLst>
          </p:cNvPr>
          <p:cNvPicPr>
            <a:picLocks noChangeAspect="1"/>
          </p:cNvPicPr>
          <p:nvPr/>
        </p:nvPicPr>
        <p:blipFill>
          <a:blip r:embed="rId4"/>
          <a:stretch>
            <a:fillRect/>
          </a:stretch>
        </p:blipFill>
        <p:spPr>
          <a:xfrm>
            <a:off x="7375462" y="2523419"/>
            <a:ext cx="4320845" cy="1050980"/>
          </a:xfrm>
          <a:prstGeom prst="rect">
            <a:avLst/>
          </a:prstGeom>
        </p:spPr>
      </p:pic>
      <p:pic>
        <p:nvPicPr>
          <p:cNvPr id="9" name="Picture 8">
            <a:extLst>
              <a:ext uri="{FF2B5EF4-FFF2-40B4-BE49-F238E27FC236}">
                <a16:creationId xmlns:a16="http://schemas.microsoft.com/office/drawing/2014/main" id="{B12FC5FF-0A5C-585C-5DC0-F5AAE6FDBC48}"/>
              </a:ext>
            </a:extLst>
          </p:cNvPr>
          <p:cNvPicPr>
            <a:picLocks noChangeAspect="1"/>
          </p:cNvPicPr>
          <p:nvPr/>
        </p:nvPicPr>
        <p:blipFill>
          <a:blip r:embed="rId5"/>
          <a:stretch>
            <a:fillRect/>
          </a:stretch>
        </p:blipFill>
        <p:spPr>
          <a:xfrm>
            <a:off x="374237" y="546175"/>
            <a:ext cx="3772439" cy="1257365"/>
          </a:xfrm>
          <a:prstGeom prst="rect">
            <a:avLst/>
          </a:prstGeom>
        </p:spPr>
      </p:pic>
      <p:pic>
        <p:nvPicPr>
          <p:cNvPr id="11" name="Picture 10">
            <a:extLst>
              <a:ext uri="{FF2B5EF4-FFF2-40B4-BE49-F238E27FC236}">
                <a16:creationId xmlns:a16="http://schemas.microsoft.com/office/drawing/2014/main" id="{2F2AB44A-8831-0CDA-37E8-AF3C3B70A069}"/>
              </a:ext>
            </a:extLst>
          </p:cNvPr>
          <p:cNvPicPr>
            <a:picLocks noChangeAspect="1"/>
          </p:cNvPicPr>
          <p:nvPr/>
        </p:nvPicPr>
        <p:blipFill>
          <a:blip r:embed="rId6"/>
          <a:stretch>
            <a:fillRect/>
          </a:stretch>
        </p:blipFill>
        <p:spPr>
          <a:xfrm>
            <a:off x="7141812" y="496298"/>
            <a:ext cx="4788146" cy="1661486"/>
          </a:xfrm>
          <a:prstGeom prst="rect">
            <a:avLst/>
          </a:prstGeom>
        </p:spPr>
      </p:pic>
      <p:pic>
        <p:nvPicPr>
          <p:cNvPr id="13" name="Picture 12">
            <a:extLst>
              <a:ext uri="{FF2B5EF4-FFF2-40B4-BE49-F238E27FC236}">
                <a16:creationId xmlns:a16="http://schemas.microsoft.com/office/drawing/2014/main" id="{C479C0D9-D64F-6A8C-87F1-DB9C4BA41A59}"/>
              </a:ext>
            </a:extLst>
          </p:cNvPr>
          <p:cNvPicPr>
            <a:picLocks noChangeAspect="1"/>
          </p:cNvPicPr>
          <p:nvPr/>
        </p:nvPicPr>
        <p:blipFill>
          <a:blip r:embed="rId7"/>
          <a:stretch>
            <a:fillRect/>
          </a:stretch>
        </p:blipFill>
        <p:spPr>
          <a:xfrm>
            <a:off x="3233057" y="4647185"/>
            <a:ext cx="5409443" cy="1524078"/>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4" name="Ink 13">
                <a:extLst>
                  <a:ext uri="{FF2B5EF4-FFF2-40B4-BE49-F238E27FC236}">
                    <a16:creationId xmlns:a16="http://schemas.microsoft.com/office/drawing/2014/main" id="{A22C45B2-5F1F-BC88-C383-E714A7EC41AB}"/>
                  </a:ext>
                </a:extLst>
              </p14:cNvPr>
              <p14:cNvContentPartPr/>
              <p14:nvPr/>
            </p14:nvContentPartPr>
            <p14:xfrm>
              <a:off x="1554651" y="3755040"/>
              <a:ext cx="1630440" cy="1590480"/>
            </p14:xfrm>
          </p:contentPart>
        </mc:Choice>
        <mc:Fallback xmlns="">
          <p:pic>
            <p:nvPicPr>
              <p:cNvPr id="14" name="Ink 13">
                <a:extLst>
                  <a:ext uri="{FF2B5EF4-FFF2-40B4-BE49-F238E27FC236}">
                    <a16:creationId xmlns:a16="http://schemas.microsoft.com/office/drawing/2014/main" id="{A22C45B2-5F1F-BC88-C383-E714A7EC41AB}"/>
                  </a:ext>
                </a:extLst>
              </p:cNvPr>
              <p:cNvPicPr/>
              <p:nvPr/>
            </p:nvPicPr>
            <p:blipFill>
              <a:blip r:embed="rId9"/>
              <a:stretch>
                <a:fillRect/>
              </a:stretch>
            </p:blipFill>
            <p:spPr>
              <a:xfrm>
                <a:off x="1545651" y="3746400"/>
                <a:ext cx="1648080" cy="1608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5" name="Ink 14">
                <a:extLst>
                  <a:ext uri="{FF2B5EF4-FFF2-40B4-BE49-F238E27FC236}">
                    <a16:creationId xmlns:a16="http://schemas.microsoft.com/office/drawing/2014/main" id="{BAF0E1C7-E65C-2EE5-92FF-93C1537998DC}"/>
                  </a:ext>
                </a:extLst>
              </p14:cNvPr>
              <p14:cNvContentPartPr/>
              <p14:nvPr/>
            </p14:nvContentPartPr>
            <p14:xfrm>
              <a:off x="8664651" y="3643800"/>
              <a:ext cx="1067400" cy="1646280"/>
            </p14:xfrm>
          </p:contentPart>
        </mc:Choice>
        <mc:Fallback xmlns="">
          <p:pic>
            <p:nvPicPr>
              <p:cNvPr id="15" name="Ink 14">
                <a:extLst>
                  <a:ext uri="{FF2B5EF4-FFF2-40B4-BE49-F238E27FC236}">
                    <a16:creationId xmlns:a16="http://schemas.microsoft.com/office/drawing/2014/main" id="{BAF0E1C7-E65C-2EE5-92FF-93C1537998DC}"/>
                  </a:ext>
                </a:extLst>
              </p:cNvPr>
              <p:cNvPicPr/>
              <p:nvPr/>
            </p:nvPicPr>
            <p:blipFill>
              <a:blip r:embed="rId11"/>
              <a:stretch>
                <a:fillRect/>
              </a:stretch>
            </p:blipFill>
            <p:spPr>
              <a:xfrm>
                <a:off x="8655651" y="3635160"/>
                <a:ext cx="1085040" cy="1663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16" name="Ink 15">
                <a:extLst>
                  <a:ext uri="{FF2B5EF4-FFF2-40B4-BE49-F238E27FC236}">
                    <a16:creationId xmlns:a16="http://schemas.microsoft.com/office/drawing/2014/main" id="{71AC66E8-C949-691B-DB36-8D122CC38424}"/>
                  </a:ext>
                </a:extLst>
              </p14:cNvPr>
              <p14:cNvContentPartPr/>
              <p14:nvPr/>
            </p14:nvContentPartPr>
            <p14:xfrm>
              <a:off x="2935971" y="5127000"/>
              <a:ext cx="315360" cy="600480"/>
            </p14:xfrm>
          </p:contentPart>
        </mc:Choice>
        <mc:Fallback xmlns="">
          <p:pic>
            <p:nvPicPr>
              <p:cNvPr id="16" name="Ink 15">
                <a:extLst>
                  <a:ext uri="{FF2B5EF4-FFF2-40B4-BE49-F238E27FC236}">
                    <a16:creationId xmlns:a16="http://schemas.microsoft.com/office/drawing/2014/main" id="{71AC66E8-C949-691B-DB36-8D122CC38424}"/>
                  </a:ext>
                </a:extLst>
              </p:cNvPr>
              <p:cNvPicPr/>
              <p:nvPr/>
            </p:nvPicPr>
            <p:blipFill>
              <a:blip r:embed="rId13"/>
              <a:stretch>
                <a:fillRect/>
              </a:stretch>
            </p:blipFill>
            <p:spPr>
              <a:xfrm>
                <a:off x="2926971" y="5118360"/>
                <a:ext cx="333000" cy="618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7" name="Ink 16">
                <a:extLst>
                  <a:ext uri="{FF2B5EF4-FFF2-40B4-BE49-F238E27FC236}">
                    <a16:creationId xmlns:a16="http://schemas.microsoft.com/office/drawing/2014/main" id="{A94F4F3E-DFD8-A909-CD98-03D14CC7EFEA}"/>
                  </a:ext>
                </a:extLst>
              </p14:cNvPr>
              <p14:cNvContentPartPr/>
              <p14:nvPr/>
            </p14:nvContentPartPr>
            <p14:xfrm>
              <a:off x="9511731" y="3491520"/>
              <a:ext cx="432360" cy="517680"/>
            </p14:xfrm>
          </p:contentPart>
        </mc:Choice>
        <mc:Fallback xmlns="">
          <p:pic>
            <p:nvPicPr>
              <p:cNvPr id="17" name="Ink 16">
                <a:extLst>
                  <a:ext uri="{FF2B5EF4-FFF2-40B4-BE49-F238E27FC236}">
                    <a16:creationId xmlns:a16="http://schemas.microsoft.com/office/drawing/2014/main" id="{A94F4F3E-DFD8-A909-CD98-03D14CC7EFEA}"/>
                  </a:ext>
                </a:extLst>
              </p:cNvPr>
              <p:cNvPicPr/>
              <p:nvPr/>
            </p:nvPicPr>
            <p:blipFill>
              <a:blip r:embed="rId15"/>
              <a:stretch>
                <a:fillRect/>
              </a:stretch>
            </p:blipFill>
            <p:spPr>
              <a:xfrm>
                <a:off x="9502731" y="3482520"/>
                <a:ext cx="450000" cy="535320"/>
              </a:xfrm>
              <a:prstGeom prst="rect">
                <a:avLst/>
              </a:prstGeom>
            </p:spPr>
          </p:pic>
        </mc:Fallback>
      </mc:AlternateContent>
    </p:spTree>
    <p:extLst>
      <p:ext uri="{BB962C8B-B14F-4D97-AF65-F5344CB8AC3E}">
        <p14:creationId xmlns:p14="http://schemas.microsoft.com/office/powerpoint/2010/main" val="2496392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77514-DCDF-344B-20E1-68D3F0D54DCF}"/>
              </a:ext>
            </a:extLst>
          </p:cNvPr>
          <p:cNvSpPr>
            <a:spLocks noGrp="1"/>
          </p:cNvSpPr>
          <p:nvPr>
            <p:ph type="title"/>
          </p:nvPr>
        </p:nvSpPr>
        <p:spPr>
          <a:xfrm>
            <a:off x="540000" y="540000"/>
            <a:ext cx="11101135" cy="940457"/>
          </a:xfrm>
        </p:spPr>
        <p:txBody>
          <a:bodyPr/>
          <a:lstStyle/>
          <a:p>
            <a:r>
              <a:rPr lang="en-US" dirty="0"/>
              <a:t>Bridge Design Pattern</a:t>
            </a:r>
          </a:p>
        </p:txBody>
      </p:sp>
      <p:sp>
        <p:nvSpPr>
          <p:cNvPr id="3" name="Content Placeholder 2">
            <a:extLst>
              <a:ext uri="{FF2B5EF4-FFF2-40B4-BE49-F238E27FC236}">
                <a16:creationId xmlns:a16="http://schemas.microsoft.com/office/drawing/2014/main" id="{EC0A7427-0B7E-3D31-3367-E7973EAAB8F0}"/>
              </a:ext>
            </a:extLst>
          </p:cNvPr>
          <p:cNvSpPr>
            <a:spLocks noGrp="1"/>
          </p:cNvSpPr>
          <p:nvPr>
            <p:ph idx="1"/>
          </p:nvPr>
        </p:nvSpPr>
        <p:spPr>
          <a:xfrm>
            <a:off x="539999" y="1539081"/>
            <a:ext cx="11101136" cy="4778919"/>
          </a:xfrm>
        </p:spPr>
        <p:txBody>
          <a:bodyPr>
            <a:normAutofit/>
          </a:bodyPr>
          <a:lstStyle/>
          <a:p>
            <a:pPr marL="0" indent="0">
              <a:buNone/>
            </a:pPr>
            <a:r>
              <a:rPr lang="en-US" dirty="0"/>
              <a:t>The Bridge design pattern allows you to separate the abstraction from the implementation. It is a structural design pattern. </a:t>
            </a:r>
          </a:p>
          <a:p>
            <a:pPr marL="0" indent="0">
              <a:buNone/>
            </a:pPr>
            <a:r>
              <a:rPr lang="en-US" dirty="0"/>
              <a:t>There are 2 parts in Bridge design pattern : </a:t>
            </a:r>
          </a:p>
          <a:p>
            <a:r>
              <a:rPr lang="en-US" dirty="0"/>
              <a:t>Abstraction</a:t>
            </a:r>
          </a:p>
          <a:p>
            <a:r>
              <a:rPr lang="en-US" dirty="0"/>
              <a:t>Implementation</a:t>
            </a:r>
          </a:p>
          <a:p>
            <a:pPr marL="0" indent="0">
              <a:buNone/>
            </a:pPr>
            <a:r>
              <a:rPr lang="en-US" b="1" dirty="0">
                <a:solidFill>
                  <a:schemeClr val="accent6">
                    <a:lumMod val="40000"/>
                    <a:lumOff val="60000"/>
                  </a:schemeClr>
                </a:solidFill>
              </a:rPr>
              <a:t>Abstraction contains reference of implementation class.</a:t>
            </a:r>
            <a:endParaRPr lang="en-US" dirty="0"/>
          </a:p>
          <a:p>
            <a:pPr marL="0" indent="0">
              <a:buNone/>
            </a:pPr>
            <a:r>
              <a:rPr lang="en-US" dirty="0"/>
              <a:t>The bridge pattern </a:t>
            </a:r>
            <a:r>
              <a:rPr lang="en-US" dirty="0">
                <a:solidFill>
                  <a:schemeClr val="accent1">
                    <a:lumMod val="40000"/>
                    <a:lumOff val="60000"/>
                  </a:schemeClr>
                </a:solidFill>
              </a:rPr>
              <a:t>allows the Abstraction and the Implementation to be developed, independently </a:t>
            </a:r>
            <a:r>
              <a:rPr lang="en-US" dirty="0"/>
              <a:t>and the client code can access only the Abstraction part without being concerned about the Implementation part.</a:t>
            </a:r>
          </a:p>
          <a:p>
            <a:pPr marL="0" indent="0">
              <a:buNone/>
            </a:pPr>
            <a:r>
              <a:rPr lang="en-US" dirty="0"/>
              <a:t>The abstraction is an interface or abstract class and the implementer is also an interface or abstract class.</a:t>
            </a:r>
          </a:p>
        </p:txBody>
      </p:sp>
    </p:spTree>
    <p:extLst>
      <p:ext uri="{BB962C8B-B14F-4D97-AF65-F5344CB8AC3E}">
        <p14:creationId xmlns:p14="http://schemas.microsoft.com/office/powerpoint/2010/main" val="4112373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0F4C4C-B9F8-48BD-C0DC-F74A23CA5D5E}"/>
              </a:ext>
            </a:extLst>
          </p:cNvPr>
          <p:cNvPicPr>
            <a:picLocks noChangeAspect="1"/>
          </p:cNvPicPr>
          <p:nvPr/>
        </p:nvPicPr>
        <p:blipFill>
          <a:blip r:embed="rId2"/>
          <a:stretch>
            <a:fillRect/>
          </a:stretch>
        </p:blipFill>
        <p:spPr>
          <a:xfrm>
            <a:off x="5943322" y="2429362"/>
            <a:ext cx="2769436" cy="2017839"/>
          </a:xfrm>
          <a:prstGeom prst="rect">
            <a:avLst/>
          </a:prstGeom>
        </p:spPr>
      </p:pic>
      <p:pic>
        <p:nvPicPr>
          <p:cNvPr id="7" name="Picture 6">
            <a:extLst>
              <a:ext uri="{FF2B5EF4-FFF2-40B4-BE49-F238E27FC236}">
                <a16:creationId xmlns:a16="http://schemas.microsoft.com/office/drawing/2014/main" id="{C6B5E753-B56C-84F0-61E1-09B7C8BFE220}"/>
              </a:ext>
            </a:extLst>
          </p:cNvPr>
          <p:cNvPicPr>
            <a:picLocks noChangeAspect="1"/>
          </p:cNvPicPr>
          <p:nvPr/>
        </p:nvPicPr>
        <p:blipFill>
          <a:blip r:embed="rId3"/>
          <a:stretch>
            <a:fillRect/>
          </a:stretch>
        </p:blipFill>
        <p:spPr>
          <a:xfrm>
            <a:off x="315686" y="369605"/>
            <a:ext cx="4187531" cy="1633367"/>
          </a:xfrm>
          <a:prstGeom prst="rect">
            <a:avLst/>
          </a:prstGeom>
        </p:spPr>
      </p:pic>
      <p:pic>
        <p:nvPicPr>
          <p:cNvPr id="9" name="Picture 8">
            <a:extLst>
              <a:ext uri="{FF2B5EF4-FFF2-40B4-BE49-F238E27FC236}">
                <a16:creationId xmlns:a16="http://schemas.microsoft.com/office/drawing/2014/main" id="{7875C3E4-DFCC-738F-A480-53E069B5CF29}"/>
              </a:ext>
            </a:extLst>
          </p:cNvPr>
          <p:cNvPicPr>
            <a:picLocks noChangeAspect="1"/>
          </p:cNvPicPr>
          <p:nvPr/>
        </p:nvPicPr>
        <p:blipFill>
          <a:blip r:embed="rId4"/>
          <a:stretch>
            <a:fillRect/>
          </a:stretch>
        </p:blipFill>
        <p:spPr>
          <a:xfrm>
            <a:off x="6096000" y="434919"/>
            <a:ext cx="5131064" cy="1168460"/>
          </a:xfrm>
          <a:prstGeom prst="rect">
            <a:avLst/>
          </a:prstGeom>
        </p:spPr>
      </p:pic>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54E6DFB0-A804-B10E-E713-0E52D3367CD4}"/>
                  </a:ext>
                </a:extLst>
              </p14:cNvPr>
              <p14:cNvContentPartPr/>
              <p14:nvPr/>
            </p14:nvContentPartPr>
            <p14:xfrm>
              <a:off x="2710251" y="849120"/>
              <a:ext cx="3375360" cy="56160"/>
            </p14:xfrm>
          </p:contentPart>
        </mc:Choice>
        <mc:Fallback xmlns="">
          <p:pic>
            <p:nvPicPr>
              <p:cNvPr id="14" name="Ink 13">
                <a:extLst>
                  <a:ext uri="{FF2B5EF4-FFF2-40B4-BE49-F238E27FC236}">
                    <a16:creationId xmlns:a16="http://schemas.microsoft.com/office/drawing/2014/main" id="{54E6DFB0-A804-B10E-E713-0E52D3367CD4}"/>
                  </a:ext>
                </a:extLst>
              </p:cNvPr>
              <p:cNvPicPr/>
              <p:nvPr/>
            </p:nvPicPr>
            <p:blipFill>
              <a:blip r:embed="rId6"/>
              <a:stretch>
                <a:fillRect/>
              </a:stretch>
            </p:blipFill>
            <p:spPr>
              <a:xfrm>
                <a:off x="2704131" y="843000"/>
                <a:ext cx="338760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8DDF1A03-64FB-D994-DA0B-1D149EC2CCCF}"/>
                  </a:ext>
                </a:extLst>
              </p14:cNvPr>
              <p14:cNvContentPartPr/>
              <p14:nvPr/>
            </p14:nvContentPartPr>
            <p14:xfrm>
              <a:off x="2716011" y="818880"/>
              <a:ext cx="188640" cy="97200"/>
            </p14:xfrm>
          </p:contentPart>
        </mc:Choice>
        <mc:Fallback xmlns="">
          <p:pic>
            <p:nvPicPr>
              <p:cNvPr id="15" name="Ink 14">
                <a:extLst>
                  <a:ext uri="{FF2B5EF4-FFF2-40B4-BE49-F238E27FC236}">
                    <a16:creationId xmlns:a16="http://schemas.microsoft.com/office/drawing/2014/main" id="{8DDF1A03-64FB-D994-DA0B-1D149EC2CCCF}"/>
                  </a:ext>
                </a:extLst>
              </p:cNvPr>
              <p:cNvPicPr/>
              <p:nvPr/>
            </p:nvPicPr>
            <p:blipFill>
              <a:blip r:embed="rId8"/>
              <a:stretch>
                <a:fillRect/>
              </a:stretch>
            </p:blipFill>
            <p:spPr>
              <a:xfrm>
                <a:off x="2709891" y="812760"/>
                <a:ext cx="20088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C7939383-D9F6-9E52-7B8F-4016C451D5A6}"/>
                  </a:ext>
                </a:extLst>
              </p14:cNvPr>
              <p14:cNvContentPartPr/>
              <p14:nvPr/>
            </p14:nvContentPartPr>
            <p14:xfrm>
              <a:off x="6106491" y="881160"/>
              <a:ext cx="337320" cy="53280"/>
            </p14:xfrm>
          </p:contentPart>
        </mc:Choice>
        <mc:Fallback xmlns="">
          <p:pic>
            <p:nvPicPr>
              <p:cNvPr id="16" name="Ink 15">
                <a:extLst>
                  <a:ext uri="{FF2B5EF4-FFF2-40B4-BE49-F238E27FC236}">
                    <a16:creationId xmlns:a16="http://schemas.microsoft.com/office/drawing/2014/main" id="{C7939383-D9F6-9E52-7B8F-4016C451D5A6}"/>
                  </a:ext>
                </a:extLst>
              </p:cNvPr>
              <p:cNvPicPr/>
              <p:nvPr/>
            </p:nvPicPr>
            <p:blipFill>
              <a:blip r:embed="rId10"/>
              <a:stretch>
                <a:fillRect/>
              </a:stretch>
            </p:blipFill>
            <p:spPr>
              <a:xfrm>
                <a:off x="6100371" y="875040"/>
                <a:ext cx="34956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DBC2D870-05BD-3CF4-6A32-6EE518DAE2CC}"/>
                  </a:ext>
                </a:extLst>
              </p14:cNvPr>
              <p14:cNvContentPartPr/>
              <p14:nvPr/>
            </p14:nvContentPartPr>
            <p14:xfrm>
              <a:off x="8958771" y="4920360"/>
              <a:ext cx="360" cy="360"/>
            </p14:xfrm>
          </p:contentPart>
        </mc:Choice>
        <mc:Fallback xmlns="">
          <p:pic>
            <p:nvPicPr>
              <p:cNvPr id="17" name="Ink 16">
                <a:extLst>
                  <a:ext uri="{FF2B5EF4-FFF2-40B4-BE49-F238E27FC236}">
                    <a16:creationId xmlns:a16="http://schemas.microsoft.com/office/drawing/2014/main" id="{DBC2D870-05BD-3CF4-6A32-6EE518DAE2CC}"/>
                  </a:ext>
                </a:extLst>
              </p:cNvPr>
              <p:cNvPicPr/>
              <p:nvPr/>
            </p:nvPicPr>
            <p:blipFill>
              <a:blip r:embed="rId12"/>
              <a:stretch>
                <a:fillRect/>
              </a:stretch>
            </p:blipFill>
            <p:spPr>
              <a:xfrm>
                <a:off x="8952651" y="4914240"/>
                <a:ext cx="12600" cy="12600"/>
              </a:xfrm>
              <a:prstGeom prst="rect">
                <a:avLst/>
              </a:prstGeom>
            </p:spPr>
          </p:pic>
        </mc:Fallback>
      </mc:AlternateContent>
      <p:pic>
        <p:nvPicPr>
          <p:cNvPr id="21" name="Picture 20">
            <a:extLst>
              <a:ext uri="{FF2B5EF4-FFF2-40B4-BE49-F238E27FC236}">
                <a16:creationId xmlns:a16="http://schemas.microsoft.com/office/drawing/2014/main" id="{BB211D7E-7296-229A-B97F-B20921E6417C}"/>
              </a:ext>
            </a:extLst>
          </p:cNvPr>
          <p:cNvPicPr>
            <a:picLocks noChangeAspect="1"/>
          </p:cNvPicPr>
          <p:nvPr/>
        </p:nvPicPr>
        <p:blipFill>
          <a:blip r:embed="rId13"/>
          <a:stretch>
            <a:fillRect/>
          </a:stretch>
        </p:blipFill>
        <p:spPr>
          <a:xfrm>
            <a:off x="8856319" y="2445545"/>
            <a:ext cx="3018195" cy="2028823"/>
          </a:xfrm>
          <a:prstGeom prst="rect">
            <a:avLst/>
          </a:prstGeom>
        </p:spPr>
      </p:pic>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E6644789-DD54-FBA3-67BC-062B0B0E4F9E}"/>
                  </a:ext>
                </a:extLst>
              </p14:cNvPr>
              <p14:cNvContentPartPr/>
              <p14:nvPr/>
            </p14:nvContentPartPr>
            <p14:xfrm>
              <a:off x="7506171" y="1610520"/>
              <a:ext cx="570960" cy="830520"/>
            </p14:xfrm>
          </p:contentPart>
        </mc:Choice>
        <mc:Fallback xmlns="">
          <p:pic>
            <p:nvPicPr>
              <p:cNvPr id="22" name="Ink 21">
                <a:extLst>
                  <a:ext uri="{FF2B5EF4-FFF2-40B4-BE49-F238E27FC236}">
                    <a16:creationId xmlns:a16="http://schemas.microsoft.com/office/drawing/2014/main" id="{E6644789-DD54-FBA3-67BC-062B0B0E4F9E}"/>
                  </a:ext>
                </a:extLst>
              </p:cNvPr>
              <p:cNvPicPr/>
              <p:nvPr/>
            </p:nvPicPr>
            <p:blipFill>
              <a:blip r:embed="rId15"/>
              <a:stretch>
                <a:fillRect/>
              </a:stretch>
            </p:blipFill>
            <p:spPr>
              <a:xfrm>
                <a:off x="7500051" y="1604400"/>
                <a:ext cx="583200" cy="842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3" name="Ink 22">
                <a:extLst>
                  <a:ext uri="{FF2B5EF4-FFF2-40B4-BE49-F238E27FC236}">
                    <a16:creationId xmlns:a16="http://schemas.microsoft.com/office/drawing/2014/main" id="{7E8C8FC5-CD5A-E249-02A6-A06DB572D873}"/>
                  </a:ext>
                </a:extLst>
              </p14:cNvPr>
              <p14:cNvContentPartPr/>
              <p14:nvPr/>
            </p14:nvContentPartPr>
            <p14:xfrm>
              <a:off x="9056331" y="1632840"/>
              <a:ext cx="901080" cy="826920"/>
            </p14:xfrm>
          </p:contentPart>
        </mc:Choice>
        <mc:Fallback xmlns="">
          <p:pic>
            <p:nvPicPr>
              <p:cNvPr id="23" name="Ink 22">
                <a:extLst>
                  <a:ext uri="{FF2B5EF4-FFF2-40B4-BE49-F238E27FC236}">
                    <a16:creationId xmlns:a16="http://schemas.microsoft.com/office/drawing/2014/main" id="{7E8C8FC5-CD5A-E249-02A6-A06DB572D873}"/>
                  </a:ext>
                </a:extLst>
              </p:cNvPr>
              <p:cNvPicPr/>
              <p:nvPr/>
            </p:nvPicPr>
            <p:blipFill>
              <a:blip r:embed="rId17"/>
              <a:stretch>
                <a:fillRect/>
              </a:stretch>
            </p:blipFill>
            <p:spPr>
              <a:xfrm>
                <a:off x="9050211" y="1626720"/>
                <a:ext cx="913320" cy="839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4" name="Ink 23">
                <a:extLst>
                  <a:ext uri="{FF2B5EF4-FFF2-40B4-BE49-F238E27FC236}">
                    <a16:creationId xmlns:a16="http://schemas.microsoft.com/office/drawing/2014/main" id="{923DE93D-0616-AD9A-ED07-51E49A919B63}"/>
                  </a:ext>
                </a:extLst>
              </p14:cNvPr>
              <p14:cNvContentPartPr/>
              <p14:nvPr/>
            </p14:nvContentPartPr>
            <p14:xfrm>
              <a:off x="9001971" y="1588920"/>
              <a:ext cx="968400" cy="830520"/>
            </p14:xfrm>
          </p:contentPart>
        </mc:Choice>
        <mc:Fallback xmlns="">
          <p:pic>
            <p:nvPicPr>
              <p:cNvPr id="24" name="Ink 23">
                <a:extLst>
                  <a:ext uri="{FF2B5EF4-FFF2-40B4-BE49-F238E27FC236}">
                    <a16:creationId xmlns:a16="http://schemas.microsoft.com/office/drawing/2014/main" id="{923DE93D-0616-AD9A-ED07-51E49A919B63}"/>
                  </a:ext>
                </a:extLst>
              </p:cNvPr>
              <p:cNvPicPr/>
              <p:nvPr/>
            </p:nvPicPr>
            <p:blipFill>
              <a:blip r:embed="rId19"/>
              <a:stretch>
                <a:fillRect/>
              </a:stretch>
            </p:blipFill>
            <p:spPr>
              <a:xfrm>
                <a:off x="8995851" y="1582800"/>
                <a:ext cx="980640" cy="842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5" name="Ink 24">
                <a:extLst>
                  <a:ext uri="{FF2B5EF4-FFF2-40B4-BE49-F238E27FC236}">
                    <a16:creationId xmlns:a16="http://schemas.microsoft.com/office/drawing/2014/main" id="{0C6E7DDA-F90D-1963-D356-F1741D4EDA77}"/>
                  </a:ext>
                </a:extLst>
              </p14:cNvPr>
              <p14:cNvContentPartPr/>
              <p14:nvPr/>
            </p14:nvContentPartPr>
            <p14:xfrm>
              <a:off x="7577091" y="1610520"/>
              <a:ext cx="511200" cy="800280"/>
            </p14:xfrm>
          </p:contentPart>
        </mc:Choice>
        <mc:Fallback xmlns="">
          <p:pic>
            <p:nvPicPr>
              <p:cNvPr id="25" name="Ink 24">
                <a:extLst>
                  <a:ext uri="{FF2B5EF4-FFF2-40B4-BE49-F238E27FC236}">
                    <a16:creationId xmlns:a16="http://schemas.microsoft.com/office/drawing/2014/main" id="{0C6E7DDA-F90D-1963-D356-F1741D4EDA77}"/>
                  </a:ext>
                </a:extLst>
              </p:cNvPr>
              <p:cNvPicPr/>
              <p:nvPr/>
            </p:nvPicPr>
            <p:blipFill>
              <a:blip r:embed="rId21"/>
              <a:stretch>
                <a:fillRect/>
              </a:stretch>
            </p:blipFill>
            <p:spPr>
              <a:xfrm>
                <a:off x="7570971" y="1604400"/>
                <a:ext cx="523440" cy="812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6" name="Ink 25">
                <a:extLst>
                  <a:ext uri="{FF2B5EF4-FFF2-40B4-BE49-F238E27FC236}">
                    <a16:creationId xmlns:a16="http://schemas.microsoft.com/office/drawing/2014/main" id="{C68D3251-5F77-2D01-FDF6-27C8433A6B9C}"/>
                  </a:ext>
                </a:extLst>
              </p14:cNvPr>
              <p14:cNvContentPartPr/>
              <p14:nvPr/>
            </p14:nvContentPartPr>
            <p14:xfrm>
              <a:off x="1306251" y="2841360"/>
              <a:ext cx="360" cy="360"/>
            </p14:xfrm>
          </p:contentPart>
        </mc:Choice>
        <mc:Fallback xmlns="">
          <p:pic>
            <p:nvPicPr>
              <p:cNvPr id="26" name="Ink 25">
                <a:extLst>
                  <a:ext uri="{FF2B5EF4-FFF2-40B4-BE49-F238E27FC236}">
                    <a16:creationId xmlns:a16="http://schemas.microsoft.com/office/drawing/2014/main" id="{C68D3251-5F77-2D01-FDF6-27C8433A6B9C}"/>
                  </a:ext>
                </a:extLst>
              </p:cNvPr>
              <p:cNvPicPr/>
              <p:nvPr/>
            </p:nvPicPr>
            <p:blipFill>
              <a:blip r:embed="rId12"/>
              <a:stretch>
                <a:fillRect/>
              </a:stretch>
            </p:blipFill>
            <p:spPr>
              <a:xfrm>
                <a:off x="1300131" y="2835240"/>
                <a:ext cx="12600" cy="12600"/>
              </a:xfrm>
              <a:prstGeom prst="rect">
                <a:avLst/>
              </a:prstGeom>
            </p:spPr>
          </p:pic>
        </mc:Fallback>
      </mc:AlternateContent>
      <p:pic>
        <p:nvPicPr>
          <p:cNvPr id="28" name="Picture 27">
            <a:extLst>
              <a:ext uri="{FF2B5EF4-FFF2-40B4-BE49-F238E27FC236}">
                <a16:creationId xmlns:a16="http://schemas.microsoft.com/office/drawing/2014/main" id="{94A923D1-809E-56D5-B0CF-094B1E4B5552}"/>
              </a:ext>
            </a:extLst>
          </p:cNvPr>
          <p:cNvPicPr>
            <a:picLocks noChangeAspect="1"/>
          </p:cNvPicPr>
          <p:nvPr/>
        </p:nvPicPr>
        <p:blipFill>
          <a:blip r:embed="rId23"/>
          <a:stretch>
            <a:fillRect/>
          </a:stretch>
        </p:blipFill>
        <p:spPr>
          <a:xfrm>
            <a:off x="794657" y="2612316"/>
            <a:ext cx="4902652" cy="1633368"/>
          </a:xfrm>
          <a:prstGeom prst="rect">
            <a:avLst/>
          </a:prstGeom>
        </p:spPr>
      </p:pic>
      <p:pic>
        <p:nvPicPr>
          <p:cNvPr id="30" name="Picture 29">
            <a:extLst>
              <a:ext uri="{FF2B5EF4-FFF2-40B4-BE49-F238E27FC236}">
                <a16:creationId xmlns:a16="http://schemas.microsoft.com/office/drawing/2014/main" id="{2875AD8C-C572-9E2B-F99C-2BEC84B55FE3}"/>
              </a:ext>
            </a:extLst>
          </p:cNvPr>
          <p:cNvPicPr>
            <a:picLocks noChangeAspect="1"/>
          </p:cNvPicPr>
          <p:nvPr/>
        </p:nvPicPr>
        <p:blipFill>
          <a:blip r:embed="rId24"/>
          <a:stretch>
            <a:fillRect/>
          </a:stretch>
        </p:blipFill>
        <p:spPr>
          <a:xfrm>
            <a:off x="796248" y="4474728"/>
            <a:ext cx="4901061" cy="1750619"/>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25">
            <p14:nvContentPartPr>
              <p14:cNvPr id="31" name="Ink 30">
                <a:extLst>
                  <a:ext uri="{FF2B5EF4-FFF2-40B4-BE49-F238E27FC236}">
                    <a16:creationId xmlns:a16="http://schemas.microsoft.com/office/drawing/2014/main" id="{2D6D1D38-B06C-5CD9-DBFC-A892B0B04F14}"/>
                  </a:ext>
                </a:extLst>
              </p14:cNvPr>
              <p14:cNvContentPartPr/>
              <p14:nvPr/>
            </p14:nvContentPartPr>
            <p14:xfrm>
              <a:off x="325611" y="2024880"/>
              <a:ext cx="494280" cy="3301920"/>
            </p14:xfrm>
          </p:contentPart>
        </mc:Choice>
        <mc:Fallback xmlns="">
          <p:pic>
            <p:nvPicPr>
              <p:cNvPr id="31" name="Ink 30">
                <a:extLst>
                  <a:ext uri="{FF2B5EF4-FFF2-40B4-BE49-F238E27FC236}">
                    <a16:creationId xmlns:a16="http://schemas.microsoft.com/office/drawing/2014/main" id="{2D6D1D38-B06C-5CD9-DBFC-A892B0B04F14}"/>
                  </a:ext>
                </a:extLst>
              </p:cNvPr>
              <p:cNvPicPr/>
              <p:nvPr/>
            </p:nvPicPr>
            <p:blipFill>
              <a:blip r:embed="rId26"/>
              <a:stretch>
                <a:fillRect/>
              </a:stretch>
            </p:blipFill>
            <p:spPr>
              <a:xfrm>
                <a:off x="316971" y="2015880"/>
                <a:ext cx="511920" cy="3319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7">
            <p14:nvContentPartPr>
              <p14:cNvPr id="32" name="Ink 31">
                <a:extLst>
                  <a:ext uri="{FF2B5EF4-FFF2-40B4-BE49-F238E27FC236}">
                    <a16:creationId xmlns:a16="http://schemas.microsoft.com/office/drawing/2014/main" id="{FD87FF31-0153-70AC-5108-C96CB804699C}"/>
                  </a:ext>
                </a:extLst>
              </p14:cNvPr>
              <p14:cNvContentPartPr/>
              <p14:nvPr/>
            </p14:nvContentPartPr>
            <p14:xfrm>
              <a:off x="308691" y="3385680"/>
              <a:ext cx="508680" cy="55080"/>
            </p14:xfrm>
          </p:contentPart>
        </mc:Choice>
        <mc:Fallback xmlns="">
          <p:pic>
            <p:nvPicPr>
              <p:cNvPr id="32" name="Ink 31">
                <a:extLst>
                  <a:ext uri="{FF2B5EF4-FFF2-40B4-BE49-F238E27FC236}">
                    <a16:creationId xmlns:a16="http://schemas.microsoft.com/office/drawing/2014/main" id="{FD87FF31-0153-70AC-5108-C96CB804699C}"/>
                  </a:ext>
                </a:extLst>
              </p:cNvPr>
              <p:cNvPicPr/>
              <p:nvPr/>
            </p:nvPicPr>
            <p:blipFill>
              <a:blip r:embed="rId28"/>
              <a:stretch>
                <a:fillRect/>
              </a:stretch>
            </p:blipFill>
            <p:spPr>
              <a:xfrm>
                <a:off x="300051" y="3376680"/>
                <a:ext cx="526320" cy="72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9">
            <p14:nvContentPartPr>
              <p14:cNvPr id="33" name="Ink 32">
                <a:extLst>
                  <a:ext uri="{FF2B5EF4-FFF2-40B4-BE49-F238E27FC236}">
                    <a16:creationId xmlns:a16="http://schemas.microsoft.com/office/drawing/2014/main" id="{25C9D253-1AA9-1236-EBB4-9FC32177895D}"/>
                  </a:ext>
                </a:extLst>
              </p14:cNvPr>
              <p14:cNvContentPartPr/>
              <p14:nvPr/>
            </p14:nvContentPartPr>
            <p14:xfrm>
              <a:off x="642051" y="3280560"/>
              <a:ext cx="216000" cy="407160"/>
            </p14:xfrm>
          </p:contentPart>
        </mc:Choice>
        <mc:Fallback xmlns="">
          <p:pic>
            <p:nvPicPr>
              <p:cNvPr id="33" name="Ink 32">
                <a:extLst>
                  <a:ext uri="{FF2B5EF4-FFF2-40B4-BE49-F238E27FC236}">
                    <a16:creationId xmlns:a16="http://schemas.microsoft.com/office/drawing/2014/main" id="{25C9D253-1AA9-1236-EBB4-9FC32177895D}"/>
                  </a:ext>
                </a:extLst>
              </p:cNvPr>
              <p:cNvPicPr/>
              <p:nvPr/>
            </p:nvPicPr>
            <p:blipFill>
              <a:blip r:embed="rId30"/>
              <a:stretch>
                <a:fillRect/>
              </a:stretch>
            </p:blipFill>
            <p:spPr>
              <a:xfrm>
                <a:off x="633411" y="3271920"/>
                <a:ext cx="233640" cy="424800"/>
              </a:xfrm>
              <a:prstGeom prst="rect">
                <a:avLst/>
              </a:prstGeom>
            </p:spPr>
          </p:pic>
        </mc:Fallback>
      </mc:AlternateContent>
      <p:grpSp>
        <p:nvGrpSpPr>
          <p:cNvPr id="37" name="Group 36">
            <a:extLst>
              <a:ext uri="{FF2B5EF4-FFF2-40B4-BE49-F238E27FC236}">
                <a16:creationId xmlns:a16="http://schemas.microsoft.com/office/drawing/2014/main" id="{F079073C-28C6-D37B-FC7D-E5D7F48DB2F1}"/>
              </a:ext>
            </a:extLst>
          </p:cNvPr>
          <p:cNvGrpSpPr/>
          <p:nvPr/>
        </p:nvGrpSpPr>
        <p:grpSpPr>
          <a:xfrm>
            <a:off x="642051" y="5174520"/>
            <a:ext cx="192600" cy="356040"/>
            <a:chOff x="642051" y="5174520"/>
            <a:chExt cx="192600" cy="356040"/>
          </a:xfrm>
        </p:grpSpPr>
        <mc:AlternateContent xmlns:mc="http://schemas.openxmlformats.org/markup-compatibility/2006" xmlns:p14="http://schemas.microsoft.com/office/powerpoint/2010/main" xmlns:aink="http://schemas.microsoft.com/office/drawing/2016/ink">
          <mc:Choice Requires="p14 aink">
            <p:contentPart p14:bwMode="auto" r:id="rId31">
              <p14:nvContentPartPr>
                <p14:cNvPr id="34" name="Ink 33">
                  <a:extLst>
                    <a:ext uri="{FF2B5EF4-FFF2-40B4-BE49-F238E27FC236}">
                      <a16:creationId xmlns:a16="http://schemas.microsoft.com/office/drawing/2014/main" id="{EEB0AD1C-6FF8-8C3B-07B2-779503A0532B}"/>
                    </a:ext>
                  </a:extLst>
                </p14:cNvPr>
                <p14:cNvContentPartPr/>
                <p14:nvPr/>
              </p14:nvContentPartPr>
              <p14:xfrm>
                <a:off x="642051" y="5174520"/>
                <a:ext cx="192600" cy="337680"/>
              </p14:xfrm>
            </p:contentPart>
          </mc:Choice>
          <mc:Fallback xmlns="">
            <p:pic>
              <p:nvPicPr>
                <p:cNvPr id="34" name="Ink 33">
                  <a:extLst>
                    <a:ext uri="{FF2B5EF4-FFF2-40B4-BE49-F238E27FC236}">
                      <a16:creationId xmlns:a16="http://schemas.microsoft.com/office/drawing/2014/main" id="{EEB0AD1C-6FF8-8C3B-07B2-779503A0532B}"/>
                    </a:ext>
                  </a:extLst>
                </p:cNvPr>
                <p:cNvPicPr/>
                <p:nvPr/>
              </p:nvPicPr>
              <p:blipFill>
                <a:blip r:embed="rId32"/>
                <a:stretch>
                  <a:fillRect/>
                </a:stretch>
              </p:blipFill>
              <p:spPr>
                <a:xfrm>
                  <a:off x="633411" y="5165880"/>
                  <a:ext cx="210240" cy="3553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3">
              <p14:nvContentPartPr>
                <p14:cNvPr id="35" name="Ink 34">
                  <a:extLst>
                    <a:ext uri="{FF2B5EF4-FFF2-40B4-BE49-F238E27FC236}">
                      <a16:creationId xmlns:a16="http://schemas.microsoft.com/office/drawing/2014/main" id="{E0652428-870C-C1BA-5465-F74D5165D809}"/>
                    </a:ext>
                  </a:extLst>
                </p14:cNvPr>
                <p14:cNvContentPartPr/>
                <p14:nvPr/>
              </p14:nvContentPartPr>
              <p14:xfrm>
                <a:off x="663651" y="5246880"/>
                <a:ext cx="360" cy="360"/>
              </p14:xfrm>
            </p:contentPart>
          </mc:Choice>
          <mc:Fallback xmlns="">
            <p:pic>
              <p:nvPicPr>
                <p:cNvPr id="35" name="Ink 34">
                  <a:extLst>
                    <a:ext uri="{FF2B5EF4-FFF2-40B4-BE49-F238E27FC236}">
                      <a16:creationId xmlns:a16="http://schemas.microsoft.com/office/drawing/2014/main" id="{E0652428-870C-C1BA-5465-F74D5165D809}"/>
                    </a:ext>
                  </a:extLst>
                </p:cNvPr>
                <p:cNvPicPr/>
                <p:nvPr/>
              </p:nvPicPr>
              <p:blipFill>
                <a:blip r:embed="rId34"/>
                <a:stretch>
                  <a:fillRect/>
                </a:stretch>
              </p:blipFill>
              <p:spPr>
                <a:xfrm>
                  <a:off x="655011" y="5237880"/>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35">
              <p14:nvContentPartPr>
                <p14:cNvPr id="36" name="Ink 35">
                  <a:extLst>
                    <a:ext uri="{FF2B5EF4-FFF2-40B4-BE49-F238E27FC236}">
                      <a16:creationId xmlns:a16="http://schemas.microsoft.com/office/drawing/2014/main" id="{B6709408-C0D5-3C32-71A8-68A87FB60C27}"/>
                    </a:ext>
                  </a:extLst>
                </p14:cNvPr>
                <p14:cNvContentPartPr/>
                <p14:nvPr/>
              </p14:nvContentPartPr>
              <p14:xfrm>
                <a:off x="663651" y="5204040"/>
                <a:ext cx="162000" cy="326520"/>
              </p14:xfrm>
            </p:contentPart>
          </mc:Choice>
          <mc:Fallback xmlns="">
            <p:pic>
              <p:nvPicPr>
                <p:cNvPr id="36" name="Ink 35">
                  <a:extLst>
                    <a:ext uri="{FF2B5EF4-FFF2-40B4-BE49-F238E27FC236}">
                      <a16:creationId xmlns:a16="http://schemas.microsoft.com/office/drawing/2014/main" id="{B6709408-C0D5-3C32-71A8-68A87FB60C27}"/>
                    </a:ext>
                  </a:extLst>
                </p:cNvPr>
                <p:cNvPicPr/>
                <p:nvPr/>
              </p:nvPicPr>
              <p:blipFill>
                <a:blip r:embed="rId36"/>
                <a:stretch>
                  <a:fillRect/>
                </a:stretch>
              </p:blipFill>
              <p:spPr>
                <a:xfrm>
                  <a:off x="655011" y="5195400"/>
                  <a:ext cx="179640" cy="344160"/>
                </a:xfrm>
                <a:prstGeom prst="rect">
                  <a:avLst/>
                </a:prstGeom>
              </p:spPr>
            </p:pic>
          </mc:Fallback>
        </mc:AlternateContent>
      </p:grpSp>
      <p:pic>
        <p:nvPicPr>
          <p:cNvPr id="39" name="Picture 38">
            <a:extLst>
              <a:ext uri="{FF2B5EF4-FFF2-40B4-BE49-F238E27FC236}">
                <a16:creationId xmlns:a16="http://schemas.microsoft.com/office/drawing/2014/main" id="{F0ECBA0D-224F-F63B-90F5-00B7A00F9765}"/>
              </a:ext>
            </a:extLst>
          </p:cNvPr>
          <p:cNvPicPr>
            <a:picLocks noChangeAspect="1"/>
          </p:cNvPicPr>
          <p:nvPr/>
        </p:nvPicPr>
        <p:blipFill>
          <a:blip r:embed="rId37"/>
          <a:stretch>
            <a:fillRect/>
          </a:stretch>
        </p:blipFill>
        <p:spPr>
          <a:xfrm>
            <a:off x="6517491" y="4660144"/>
            <a:ext cx="4438878" cy="1565203"/>
          </a:xfrm>
          <a:prstGeom prst="rect">
            <a:avLst/>
          </a:prstGeom>
        </p:spPr>
      </p:pic>
      <p:sp>
        <p:nvSpPr>
          <p:cNvPr id="40" name="Rectangle 39">
            <a:extLst>
              <a:ext uri="{FF2B5EF4-FFF2-40B4-BE49-F238E27FC236}">
                <a16:creationId xmlns:a16="http://schemas.microsoft.com/office/drawing/2014/main" id="{3AD26DDC-4D6A-B119-6369-8DEFA6085BDE}"/>
              </a:ext>
            </a:extLst>
          </p:cNvPr>
          <p:cNvSpPr/>
          <p:nvPr/>
        </p:nvSpPr>
        <p:spPr>
          <a:xfrm>
            <a:off x="5145446" y="6326332"/>
            <a:ext cx="7032171" cy="52251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solidFill>
                  <a:schemeClr val="bg1"/>
                </a:solidFill>
              </a:rPr>
              <a:t>Client just use abstraction without concerned about implementation</a:t>
            </a:r>
          </a:p>
        </p:txBody>
      </p:sp>
    </p:spTree>
    <p:extLst>
      <p:ext uri="{BB962C8B-B14F-4D97-AF65-F5344CB8AC3E}">
        <p14:creationId xmlns:p14="http://schemas.microsoft.com/office/powerpoint/2010/main" val="3339276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F0C9D7E-2C64-3D61-2EC0-F8E431FCBAE5}"/>
              </a:ext>
            </a:extLst>
          </p:cNvPr>
          <p:cNvSpPr/>
          <p:nvPr/>
        </p:nvSpPr>
        <p:spPr>
          <a:xfrm>
            <a:off x="5347211" y="725256"/>
            <a:ext cx="1926772" cy="5660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Loan</a:t>
            </a:r>
          </a:p>
        </p:txBody>
      </p:sp>
      <p:sp>
        <p:nvSpPr>
          <p:cNvPr id="4" name="Rectangle 3">
            <a:extLst>
              <a:ext uri="{FF2B5EF4-FFF2-40B4-BE49-F238E27FC236}">
                <a16:creationId xmlns:a16="http://schemas.microsoft.com/office/drawing/2014/main" id="{6CDA7157-8DC8-20DC-ECEA-F5862CC58DEA}"/>
              </a:ext>
            </a:extLst>
          </p:cNvPr>
          <p:cNvSpPr/>
          <p:nvPr/>
        </p:nvSpPr>
        <p:spPr>
          <a:xfrm>
            <a:off x="2808514" y="1590219"/>
            <a:ext cx="2634343" cy="5660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HDFC </a:t>
            </a:r>
            <a:r>
              <a:rPr lang="en-US" dirty="0" err="1"/>
              <a:t>LoanProvider</a:t>
            </a:r>
            <a:endParaRPr lang="en-US" dirty="0"/>
          </a:p>
        </p:txBody>
      </p:sp>
      <p:sp>
        <p:nvSpPr>
          <p:cNvPr id="5" name="Rectangle 4">
            <a:extLst>
              <a:ext uri="{FF2B5EF4-FFF2-40B4-BE49-F238E27FC236}">
                <a16:creationId xmlns:a16="http://schemas.microsoft.com/office/drawing/2014/main" id="{E421855A-9A80-2E19-545F-9972062A38C4}"/>
              </a:ext>
            </a:extLst>
          </p:cNvPr>
          <p:cNvSpPr/>
          <p:nvPr/>
        </p:nvSpPr>
        <p:spPr>
          <a:xfrm>
            <a:off x="7273983" y="1590219"/>
            <a:ext cx="2271938" cy="5660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ICICI </a:t>
            </a:r>
            <a:r>
              <a:rPr lang="en-US" dirty="0" err="1"/>
              <a:t>LoanProvider</a:t>
            </a:r>
            <a:endParaRPr lang="en-US" dirty="0"/>
          </a:p>
        </p:txBody>
      </p:sp>
      <p:sp>
        <p:nvSpPr>
          <p:cNvPr id="9" name="Rectangle 8">
            <a:extLst>
              <a:ext uri="{FF2B5EF4-FFF2-40B4-BE49-F238E27FC236}">
                <a16:creationId xmlns:a16="http://schemas.microsoft.com/office/drawing/2014/main" id="{2F738B45-0538-8222-ACCF-1D10270AEA5F}"/>
              </a:ext>
            </a:extLst>
          </p:cNvPr>
          <p:cNvSpPr/>
          <p:nvPr/>
        </p:nvSpPr>
        <p:spPr>
          <a:xfrm>
            <a:off x="1774372" y="2738210"/>
            <a:ext cx="1926772" cy="5660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Personal</a:t>
            </a:r>
          </a:p>
        </p:txBody>
      </p:sp>
      <p:sp>
        <p:nvSpPr>
          <p:cNvPr id="10" name="Rectangle 9">
            <a:extLst>
              <a:ext uri="{FF2B5EF4-FFF2-40B4-BE49-F238E27FC236}">
                <a16:creationId xmlns:a16="http://schemas.microsoft.com/office/drawing/2014/main" id="{168A060B-E6C2-3BA8-9784-7C40E17261F9}"/>
              </a:ext>
            </a:extLst>
          </p:cNvPr>
          <p:cNvSpPr/>
          <p:nvPr/>
        </p:nvSpPr>
        <p:spPr>
          <a:xfrm>
            <a:off x="3961267" y="2738209"/>
            <a:ext cx="1926772" cy="5660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Home</a:t>
            </a:r>
          </a:p>
        </p:txBody>
      </p:sp>
      <p:sp>
        <p:nvSpPr>
          <p:cNvPr id="11" name="Rectangle 10">
            <a:extLst>
              <a:ext uri="{FF2B5EF4-FFF2-40B4-BE49-F238E27FC236}">
                <a16:creationId xmlns:a16="http://schemas.microsoft.com/office/drawing/2014/main" id="{4062AF88-57A5-000D-7BF8-AF7D7FAFC505}"/>
              </a:ext>
            </a:extLst>
          </p:cNvPr>
          <p:cNvSpPr/>
          <p:nvPr/>
        </p:nvSpPr>
        <p:spPr>
          <a:xfrm>
            <a:off x="6483180" y="2738209"/>
            <a:ext cx="1926772" cy="5660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Personal</a:t>
            </a:r>
          </a:p>
        </p:txBody>
      </p:sp>
      <p:sp>
        <p:nvSpPr>
          <p:cNvPr id="12" name="Rectangle 11">
            <a:extLst>
              <a:ext uri="{FF2B5EF4-FFF2-40B4-BE49-F238E27FC236}">
                <a16:creationId xmlns:a16="http://schemas.microsoft.com/office/drawing/2014/main" id="{11601790-8CA0-CE77-870E-750FC677F942}"/>
              </a:ext>
            </a:extLst>
          </p:cNvPr>
          <p:cNvSpPr/>
          <p:nvPr/>
        </p:nvSpPr>
        <p:spPr>
          <a:xfrm>
            <a:off x="8881042" y="2738209"/>
            <a:ext cx="1926772" cy="5660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Home</a:t>
            </a:r>
          </a:p>
        </p:txBody>
      </p:sp>
      <p:sp>
        <p:nvSpPr>
          <p:cNvPr id="13" name="Rectangle 12">
            <a:extLst>
              <a:ext uri="{FF2B5EF4-FFF2-40B4-BE49-F238E27FC236}">
                <a16:creationId xmlns:a16="http://schemas.microsoft.com/office/drawing/2014/main" id="{4B4356DB-D4FF-A5A4-E38E-602C3B4A6F98}"/>
              </a:ext>
            </a:extLst>
          </p:cNvPr>
          <p:cNvSpPr/>
          <p:nvPr/>
        </p:nvSpPr>
        <p:spPr>
          <a:xfrm>
            <a:off x="783771" y="3516086"/>
            <a:ext cx="10657115" cy="26996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Problem1) :If we want to change </a:t>
            </a:r>
            <a:r>
              <a:rPr lang="en-US" dirty="0" err="1"/>
              <a:t>HdfcLoan</a:t>
            </a:r>
            <a:r>
              <a:rPr lang="en-US" dirty="0"/>
              <a:t> provider, sometimes we need to change its sub classes personal and home.</a:t>
            </a:r>
          </a:p>
          <a:p>
            <a:endParaRPr lang="en-US" dirty="0"/>
          </a:p>
          <a:p>
            <a:r>
              <a:rPr lang="en-US" dirty="0"/>
              <a:t>Problem2): For each bank we need to maintain Personal and Home Loan implementation.</a:t>
            </a:r>
          </a:p>
          <a:p>
            <a:pPr algn="ctr"/>
            <a:endParaRPr lang="en-US" dirty="0"/>
          </a:p>
        </p:txBody>
      </p:sp>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A3AAEB40-C456-4CF4-C107-7B2B9C399BD1}"/>
                  </a:ext>
                </a:extLst>
              </p14:cNvPr>
              <p14:cNvContentPartPr/>
              <p14:nvPr/>
            </p14:nvContentPartPr>
            <p14:xfrm>
              <a:off x="5337223" y="1306320"/>
              <a:ext cx="134640" cy="279360"/>
            </p14:xfrm>
          </p:contentPart>
        </mc:Choice>
        <mc:Fallback xmlns="">
          <p:pic>
            <p:nvPicPr>
              <p:cNvPr id="14" name="Ink 13">
                <a:extLst>
                  <a:ext uri="{FF2B5EF4-FFF2-40B4-BE49-F238E27FC236}">
                    <a16:creationId xmlns:a16="http://schemas.microsoft.com/office/drawing/2014/main" id="{A3AAEB40-C456-4CF4-C107-7B2B9C399BD1}"/>
                  </a:ext>
                </a:extLst>
              </p:cNvPr>
              <p:cNvPicPr/>
              <p:nvPr/>
            </p:nvPicPr>
            <p:blipFill>
              <a:blip r:embed="rId3"/>
              <a:stretch>
                <a:fillRect/>
              </a:stretch>
            </p:blipFill>
            <p:spPr>
              <a:xfrm>
                <a:off x="5331103" y="1300200"/>
                <a:ext cx="14688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3739B4E8-D12A-882A-1249-66449926FD78}"/>
                  </a:ext>
                </a:extLst>
              </p14:cNvPr>
              <p14:cNvContentPartPr/>
              <p14:nvPr/>
            </p14:nvContentPartPr>
            <p14:xfrm>
              <a:off x="7145863" y="1316760"/>
              <a:ext cx="279000" cy="309960"/>
            </p14:xfrm>
          </p:contentPart>
        </mc:Choice>
        <mc:Fallback xmlns="">
          <p:pic>
            <p:nvPicPr>
              <p:cNvPr id="15" name="Ink 14">
                <a:extLst>
                  <a:ext uri="{FF2B5EF4-FFF2-40B4-BE49-F238E27FC236}">
                    <a16:creationId xmlns:a16="http://schemas.microsoft.com/office/drawing/2014/main" id="{3739B4E8-D12A-882A-1249-66449926FD78}"/>
                  </a:ext>
                </a:extLst>
              </p:cNvPr>
              <p:cNvPicPr/>
              <p:nvPr/>
            </p:nvPicPr>
            <p:blipFill>
              <a:blip r:embed="rId5"/>
              <a:stretch>
                <a:fillRect/>
              </a:stretch>
            </p:blipFill>
            <p:spPr>
              <a:xfrm>
                <a:off x="7139743" y="1310640"/>
                <a:ext cx="29124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525A49BC-F386-3EB4-9C90-C431401B08BD}"/>
                  </a:ext>
                </a:extLst>
              </p14:cNvPr>
              <p14:cNvContentPartPr/>
              <p14:nvPr/>
            </p14:nvContentPartPr>
            <p14:xfrm>
              <a:off x="3296383" y="2159160"/>
              <a:ext cx="241920" cy="524160"/>
            </p14:xfrm>
          </p:contentPart>
        </mc:Choice>
        <mc:Fallback xmlns="">
          <p:pic>
            <p:nvPicPr>
              <p:cNvPr id="16" name="Ink 15">
                <a:extLst>
                  <a:ext uri="{FF2B5EF4-FFF2-40B4-BE49-F238E27FC236}">
                    <a16:creationId xmlns:a16="http://schemas.microsoft.com/office/drawing/2014/main" id="{525A49BC-F386-3EB4-9C90-C431401B08BD}"/>
                  </a:ext>
                </a:extLst>
              </p:cNvPr>
              <p:cNvPicPr/>
              <p:nvPr/>
            </p:nvPicPr>
            <p:blipFill>
              <a:blip r:embed="rId7"/>
              <a:stretch>
                <a:fillRect/>
              </a:stretch>
            </p:blipFill>
            <p:spPr>
              <a:xfrm>
                <a:off x="3290263" y="2153040"/>
                <a:ext cx="254160" cy="536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6AA294E4-6083-C10C-CA98-5B2A0FB244C1}"/>
                  </a:ext>
                </a:extLst>
              </p14:cNvPr>
              <p14:cNvContentPartPr/>
              <p14:nvPr/>
            </p14:nvContentPartPr>
            <p14:xfrm>
              <a:off x="4484743" y="2198760"/>
              <a:ext cx="379800" cy="467280"/>
            </p14:xfrm>
          </p:contentPart>
        </mc:Choice>
        <mc:Fallback xmlns="">
          <p:pic>
            <p:nvPicPr>
              <p:cNvPr id="17" name="Ink 16">
                <a:extLst>
                  <a:ext uri="{FF2B5EF4-FFF2-40B4-BE49-F238E27FC236}">
                    <a16:creationId xmlns:a16="http://schemas.microsoft.com/office/drawing/2014/main" id="{6AA294E4-6083-C10C-CA98-5B2A0FB244C1}"/>
                  </a:ext>
                </a:extLst>
              </p:cNvPr>
              <p:cNvPicPr/>
              <p:nvPr/>
            </p:nvPicPr>
            <p:blipFill>
              <a:blip r:embed="rId9"/>
              <a:stretch>
                <a:fillRect/>
              </a:stretch>
            </p:blipFill>
            <p:spPr>
              <a:xfrm>
                <a:off x="4478623" y="2192640"/>
                <a:ext cx="392040" cy="479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88A9C5DF-35F8-DAAC-A895-D36E5122E0C3}"/>
                  </a:ext>
                </a:extLst>
              </p14:cNvPr>
              <p14:cNvContentPartPr/>
              <p14:nvPr/>
            </p14:nvContentPartPr>
            <p14:xfrm>
              <a:off x="7556623" y="2111640"/>
              <a:ext cx="335520" cy="588600"/>
            </p14:xfrm>
          </p:contentPart>
        </mc:Choice>
        <mc:Fallback xmlns="">
          <p:pic>
            <p:nvPicPr>
              <p:cNvPr id="18" name="Ink 17">
                <a:extLst>
                  <a:ext uri="{FF2B5EF4-FFF2-40B4-BE49-F238E27FC236}">
                    <a16:creationId xmlns:a16="http://schemas.microsoft.com/office/drawing/2014/main" id="{88A9C5DF-35F8-DAAC-A895-D36E5122E0C3}"/>
                  </a:ext>
                </a:extLst>
              </p:cNvPr>
              <p:cNvPicPr/>
              <p:nvPr/>
            </p:nvPicPr>
            <p:blipFill>
              <a:blip r:embed="rId11"/>
              <a:stretch>
                <a:fillRect/>
              </a:stretch>
            </p:blipFill>
            <p:spPr>
              <a:xfrm>
                <a:off x="7550503" y="2105520"/>
                <a:ext cx="347760" cy="600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5C6FAC23-AEC9-79FA-959F-B18E5FB4CE6C}"/>
                  </a:ext>
                </a:extLst>
              </p14:cNvPr>
              <p14:cNvContentPartPr/>
              <p14:nvPr/>
            </p14:nvContentPartPr>
            <p14:xfrm>
              <a:off x="9048103" y="2142960"/>
              <a:ext cx="393480" cy="573840"/>
            </p14:xfrm>
          </p:contentPart>
        </mc:Choice>
        <mc:Fallback xmlns="">
          <p:pic>
            <p:nvPicPr>
              <p:cNvPr id="19" name="Ink 18">
                <a:extLst>
                  <a:ext uri="{FF2B5EF4-FFF2-40B4-BE49-F238E27FC236}">
                    <a16:creationId xmlns:a16="http://schemas.microsoft.com/office/drawing/2014/main" id="{5C6FAC23-AEC9-79FA-959F-B18E5FB4CE6C}"/>
                  </a:ext>
                </a:extLst>
              </p:cNvPr>
              <p:cNvPicPr/>
              <p:nvPr/>
            </p:nvPicPr>
            <p:blipFill>
              <a:blip r:embed="rId13"/>
              <a:stretch>
                <a:fillRect/>
              </a:stretch>
            </p:blipFill>
            <p:spPr>
              <a:xfrm>
                <a:off x="9041983" y="2136840"/>
                <a:ext cx="405720" cy="586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D021C672-B28F-D963-D52E-C4F501E1B193}"/>
                  </a:ext>
                </a:extLst>
              </p14:cNvPr>
              <p14:cNvContentPartPr/>
              <p14:nvPr/>
            </p14:nvContentPartPr>
            <p14:xfrm>
              <a:off x="7545463" y="2119560"/>
              <a:ext cx="320040" cy="613080"/>
            </p14:xfrm>
          </p:contentPart>
        </mc:Choice>
        <mc:Fallback xmlns="">
          <p:pic>
            <p:nvPicPr>
              <p:cNvPr id="20" name="Ink 19">
                <a:extLst>
                  <a:ext uri="{FF2B5EF4-FFF2-40B4-BE49-F238E27FC236}">
                    <a16:creationId xmlns:a16="http://schemas.microsoft.com/office/drawing/2014/main" id="{D021C672-B28F-D963-D52E-C4F501E1B193}"/>
                  </a:ext>
                </a:extLst>
              </p:cNvPr>
              <p:cNvPicPr/>
              <p:nvPr/>
            </p:nvPicPr>
            <p:blipFill>
              <a:blip r:embed="rId15"/>
              <a:stretch>
                <a:fillRect/>
              </a:stretch>
            </p:blipFill>
            <p:spPr>
              <a:xfrm>
                <a:off x="7539343" y="2113440"/>
                <a:ext cx="332280" cy="625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1" name="Ink 20">
                <a:extLst>
                  <a:ext uri="{FF2B5EF4-FFF2-40B4-BE49-F238E27FC236}">
                    <a16:creationId xmlns:a16="http://schemas.microsoft.com/office/drawing/2014/main" id="{85DAE5CC-3F1D-B325-CA8F-10DE268809EB}"/>
                  </a:ext>
                </a:extLst>
              </p14:cNvPr>
              <p14:cNvContentPartPr/>
              <p14:nvPr/>
            </p14:nvContentPartPr>
            <p14:xfrm>
              <a:off x="4484743" y="2187600"/>
              <a:ext cx="480240" cy="536040"/>
            </p14:xfrm>
          </p:contentPart>
        </mc:Choice>
        <mc:Fallback xmlns="">
          <p:pic>
            <p:nvPicPr>
              <p:cNvPr id="21" name="Ink 20">
                <a:extLst>
                  <a:ext uri="{FF2B5EF4-FFF2-40B4-BE49-F238E27FC236}">
                    <a16:creationId xmlns:a16="http://schemas.microsoft.com/office/drawing/2014/main" id="{85DAE5CC-3F1D-B325-CA8F-10DE268809EB}"/>
                  </a:ext>
                </a:extLst>
              </p:cNvPr>
              <p:cNvPicPr/>
              <p:nvPr/>
            </p:nvPicPr>
            <p:blipFill>
              <a:blip r:embed="rId17"/>
              <a:stretch>
                <a:fillRect/>
              </a:stretch>
            </p:blipFill>
            <p:spPr>
              <a:xfrm>
                <a:off x="4478623" y="2181480"/>
                <a:ext cx="492480" cy="548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2" name="Ink 21">
                <a:extLst>
                  <a:ext uri="{FF2B5EF4-FFF2-40B4-BE49-F238E27FC236}">
                    <a16:creationId xmlns:a16="http://schemas.microsoft.com/office/drawing/2014/main" id="{FADB2567-7712-BDEA-3301-25A0DFD27AE9}"/>
                  </a:ext>
                </a:extLst>
              </p14:cNvPr>
              <p14:cNvContentPartPr/>
              <p14:nvPr/>
            </p14:nvContentPartPr>
            <p14:xfrm>
              <a:off x="3260023" y="2187600"/>
              <a:ext cx="278280" cy="520200"/>
            </p14:xfrm>
          </p:contentPart>
        </mc:Choice>
        <mc:Fallback xmlns="">
          <p:pic>
            <p:nvPicPr>
              <p:cNvPr id="22" name="Ink 21">
                <a:extLst>
                  <a:ext uri="{FF2B5EF4-FFF2-40B4-BE49-F238E27FC236}">
                    <a16:creationId xmlns:a16="http://schemas.microsoft.com/office/drawing/2014/main" id="{FADB2567-7712-BDEA-3301-25A0DFD27AE9}"/>
                  </a:ext>
                </a:extLst>
              </p:cNvPr>
              <p:cNvPicPr/>
              <p:nvPr/>
            </p:nvPicPr>
            <p:blipFill>
              <a:blip r:embed="rId19"/>
              <a:stretch>
                <a:fillRect/>
              </a:stretch>
            </p:blipFill>
            <p:spPr>
              <a:xfrm>
                <a:off x="3253903" y="2181480"/>
                <a:ext cx="2905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3" name="Ink 22">
                <a:extLst>
                  <a:ext uri="{FF2B5EF4-FFF2-40B4-BE49-F238E27FC236}">
                    <a16:creationId xmlns:a16="http://schemas.microsoft.com/office/drawing/2014/main" id="{1669E456-A11F-D8CF-3F89-D8CDEA4040E3}"/>
                  </a:ext>
                </a:extLst>
              </p14:cNvPr>
              <p14:cNvContentPartPr/>
              <p14:nvPr/>
            </p14:nvContentPartPr>
            <p14:xfrm>
              <a:off x="5349463" y="1327920"/>
              <a:ext cx="72000" cy="171720"/>
            </p14:xfrm>
          </p:contentPart>
        </mc:Choice>
        <mc:Fallback xmlns="">
          <p:pic>
            <p:nvPicPr>
              <p:cNvPr id="23" name="Ink 22">
                <a:extLst>
                  <a:ext uri="{FF2B5EF4-FFF2-40B4-BE49-F238E27FC236}">
                    <a16:creationId xmlns:a16="http://schemas.microsoft.com/office/drawing/2014/main" id="{1669E456-A11F-D8CF-3F89-D8CDEA4040E3}"/>
                  </a:ext>
                </a:extLst>
              </p:cNvPr>
              <p:cNvPicPr/>
              <p:nvPr/>
            </p:nvPicPr>
            <p:blipFill>
              <a:blip r:embed="rId21"/>
              <a:stretch>
                <a:fillRect/>
              </a:stretch>
            </p:blipFill>
            <p:spPr>
              <a:xfrm>
                <a:off x="5343343" y="1321800"/>
                <a:ext cx="84240" cy="183960"/>
              </a:xfrm>
              <a:prstGeom prst="rect">
                <a:avLst/>
              </a:prstGeom>
            </p:spPr>
          </p:pic>
        </mc:Fallback>
      </mc:AlternateContent>
    </p:spTree>
    <p:extLst>
      <p:ext uri="{BB962C8B-B14F-4D97-AF65-F5344CB8AC3E}">
        <p14:creationId xmlns:p14="http://schemas.microsoft.com/office/powerpoint/2010/main" val="3309927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00988-70FD-2763-BFC4-8677D25A8938}"/>
              </a:ext>
            </a:extLst>
          </p:cNvPr>
          <p:cNvSpPr>
            <a:spLocks noGrp="1"/>
          </p:cNvSpPr>
          <p:nvPr>
            <p:ph type="title"/>
          </p:nvPr>
        </p:nvSpPr>
        <p:spPr>
          <a:xfrm>
            <a:off x="540000" y="540000"/>
            <a:ext cx="11101135" cy="809829"/>
          </a:xfrm>
        </p:spPr>
        <p:txBody>
          <a:bodyPr>
            <a:normAutofit fontScale="90000"/>
          </a:bodyPr>
          <a:lstStyle/>
          <a:p>
            <a:r>
              <a:rPr lang="en-US" dirty="0"/>
              <a:t>Composite Design Pattern</a:t>
            </a:r>
          </a:p>
        </p:txBody>
      </p:sp>
      <p:sp>
        <p:nvSpPr>
          <p:cNvPr id="3" name="Content Placeholder 2">
            <a:extLst>
              <a:ext uri="{FF2B5EF4-FFF2-40B4-BE49-F238E27FC236}">
                <a16:creationId xmlns:a16="http://schemas.microsoft.com/office/drawing/2014/main" id="{D548E2ED-6DB7-22D3-8C64-588A0F3AB6B4}"/>
              </a:ext>
            </a:extLst>
          </p:cNvPr>
          <p:cNvSpPr>
            <a:spLocks noGrp="1"/>
          </p:cNvSpPr>
          <p:nvPr>
            <p:ph idx="1"/>
          </p:nvPr>
        </p:nvSpPr>
        <p:spPr>
          <a:xfrm>
            <a:off x="540000" y="1643743"/>
            <a:ext cx="11101136" cy="4664981"/>
          </a:xfrm>
        </p:spPr>
        <p:txBody>
          <a:bodyPr/>
          <a:lstStyle/>
          <a:p>
            <a:pPr marL="0" indent="0">
              <a:buNone/>
            </a:pPr>
            <a:r>
              <a:rPr lang="en-US" dirty="0"/>
              <a:t>Composite Pattern is to build a tree structure of objects, where individual objects and composite objects share a common interface. This common interface allows clients to interact with both types of objects without needing to distinguish between them.</a:t>
            </a:r>
          </a:p>
          <a:p>
            <a:pPr marL="0" indent="0">
              <a:buNone/>
            </a:pPr>
            <a:r>
              <a:rPr lang="en-US" b="1" dirty="0">
                <a:solidFill>
                  <a:schemeClr val="accent6">
                    <a:lumMod val="60000"/>
                    <a:lumOff val="40000"/>
                  </a:schemeClr>
                </a:solidFill>
              </a:rPr>
              <a:t>Components</a:t>
            </a:r>
            <a:r>
              <a:rPr lang="en-US" dirty="0"/>
              <a:t>:</a:t>
            </a:r>
          </a:p>
          <a:p>
            <a:pPr marL="0" indent="0">
              <a:buNone/>
            </a:pPr>
            <a:r>
              <a:rPr lang="en-US" b="1" dirty="0">
                <a:solidFill>
                  <a:schemeClr val="accent6">
                    <a:lumMod val="60000"/>
                    <a:lumOff val="40000"/>
                  </a:schemeClr>
                </a:solidFill>
              </a:rPr>
              <a:t>Leaf</a:t>
            </a:r>
            <a:r>
              <a:rPr lang="en-US" dirty="0"/>
              <a:t>: Leaf is the individual object that does not have any children. It implements the component interface.</a:t>
            </a:r>
          </a:p>
          <a:p>
            <a:pPr marL="0" indent="0">
              <a:buNone/>
            </a:pPr>
            <a:r>
              <a:rPr lang="en-US" b="1" dirty="0">
                <a:solidFill>
                  <a:schemeClr val="accent6">
                    <a:lumMod val="60000"/>
                    <a:lumOff val="40000"/>
                  </a:schemeClr>
                </a:solidFill>
              </a:rPr>
              <a:t>Composite</a:t>
            </a:r>
            <a:r>
              <a:rPr lang="en-US" dirty="0"/>
              <a:t>: Complex object holds children , has operations to manage child/leaf objects.</a:t>
            </a:r>
          </a:p>
          <a:p>
            <a:pPr marL="0" indent="0">
              <a:buNone/>
            </a:pPr>
            <a:r>
              <a:rPr lang="en-US" b="1" dirty="0">
                <a:solidFill>
                  <a:schemeClr val="accent6">
                    <a:lumMod val="60000"/>
                    <a:lumOff val="40000"/>
                  </a:schemeClr>
                </a:solidFill>
              </a:rPr>
              <a:t>Component</a:t>
            </a:r>
            <a:r>
              <a:rPr lang="en-US" dirty="0"/>
              <a:t>: common interface between leaf and composite.</a:t>
            </a:r>
          </a:p>
          <a:p>
            <a:pPr marL="0" indent="0">
              <a:buNone/>
            </a:pPr>
            <a:endParaRPr lang="en-US" dirty="0"/>
          </a:p>
          <a:p>
            <a:pPr marL="0" indent="0">
              <a:buNone/>
            </a:pPr>
            <a:r>
              <a:rPr lang="en-US" dirty="0"/>
              <a:t>By using component we will access both composite and leaf objects.</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064463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77F7AAA-7266-118A-8CA7-3804D8694FD3}"/>
              </a:ext>
            </a:extLst>
          </p:cNvPr>
          <p:cNvPicPr>
            <a:picLocks noChangeAspect="1"/>
          </p:cNvPicPr>
          <p:nvPr/>
        </p:nvPicPr>
        <p:blipFill>
          <a:blip r:embed="rId2"/>
          <a:stretch>
            <a:fillRect/>
          </a:stretch>
        </p:blipFill>
        <p:spPr>
          <a:xfrm>
            <a:off x="7112679" y="2634343"/>
            <a:ext cx="4528458" cy="2547257"/>
          </a:xfrm>
          <a:prstGeom prst="rect">
            <a:avLst/>
          </a:prstGeom>
        </p:spPr>
      </p:pic>
      <p:pic>
        <p:nvPicPr>
          <p:cNvPr id="8" name="Picture 7">
            <a:extLst>
              <a:ext uri="{FF2B5EF4-FFF2-40B4-BE49-F238E27FC236}">
                <a16:creationId xmlns:a16="http://schemas.microsoft.com/office/drawing/2014/main" id="{E6154B4C-8AEE-1BD4-6680-D7D4357E5CD1}"/>
              </a:ext>
            </a:extLst>
          </p:cNvPr>
          <p:cNvPicPr>
            <a:picLocks noChangeAspect="1"/>
          </p:cNvPicPr>
          <p:nvPr/>
        </p:nvPicPr>
        <p:blipFill>
          <a:blip r:embed="rId3"/>
          <a:stretch>
            <a:fillRect/>
          </a:stretch>
        </p:blipFill>
        <p:spPr>
          <a:xfrm>
            <a:off x="2254340" y="766424"/>
            <a:ext cx="3720921" cy="849574"/>
          </a:xfrm>
          <a:prstGeom prst="rect">
            <a:avLst/>
          </a:prstGeom>
        </p:spPr>
      </p:pic>
      <p:pic>
        <p:nvPicPr>
          <p:cNvPr id="10" name="Picture 9">
            <a:extLst>
              <a:ext uri="{FF2B5EF4-FFF2-40B4-BE49-F238E27FC236}">
                <a16:creationId xmlns:a16="http://schemas.microsoft.com/office/drawing/2014/main" id="{488752C2-802C-B505-F2C1-9CA5F6A9F4BB}"/>
              </a:ext>
            </a:extLst>
          </p:cNvPr>
          <p:cNvPicPr>
            <a:picLocks noChangeAspect="1"/>
          </p:cNvPicPr>
          <p:nvPr/>
        </p:nvPicPr>
        <p:blipFill>
          <a:blip r:embed="rId4"/>
          <a:stretch>
            <a:fillRect/>
          </a:stretch>
        </p:blipFill>
        <p:spPr>
          <a:xfrm>
            <a:off x="187709" y="2177067"/>
            <a:ext cx="3045350" cy="3124276"/>
          </a:xfrm>
          <a:prstGeom prst="rect">
            <a:avLst/>
          </a:prstGeom>
        </p:spPr>
      </p:pic>
      <p:pic>
        <p:nvPicPr>
          <p:cNvPr id="12" name="Picture 11">
            <a:extLst>
              <a:ext uri="{FF2B5EF4-FFF2-40B4-BE49-F238E27FC236}">
                <a16:creationId xmlns:a16="http://schemas.microsoft.com/office/drawing/2014/main" id="{AE94DAC5-116F-07F3-4683-E364EE92ACA7}"/>
              </a:ext>
            </a:extLst>
          </p:cNvPr>
          <p:cNvPicPr>
            <a:picLocks noChangeAspect="1"/>
          </p:cNvPicPr>
          <p:nvPr/>
        </p:nvPicPr>
        <p:blipFill>
          <a:blip r:embed="rId5"/>
          <a:stretch>
            <a:fillRect/>
          </a:stretch>
        </p:blipFill>
        <p:spPr>
          <a:xfrm>
            <a:off x="3639604" y="2158933"/>
            <a:ext cx="3045350" cy="3142410"/>
          </a:xfrm>
          <a:prstGeom prst="rect">
            <a:avLst/>
          </a:prstGeom>
        </p:spPr>
      </p:pic>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E5C31456-5C36-1C22-88F6-6A7B3A730636}"/>
                  </a:ext>
                </a:extLst>
              </p14:cNvPr>
              <p14:cNvContentPartPr/>
              <p14:nvPr/>
            </p14:nvContentPartPr>
            <p14:xfrm>
              <a:off x="2551851" y="1615406"/>
              <a:ext cx="327600" cy="576720"/>
            </p14:xfrm>
          </p:contentPart>
        </mc:Choice>
        <mc:Fallback xmlns="">
          <p:pic>
            <p:nvPicPr>
              <p:cNvPr id="13" name="Ink 12">
                <a:extLst>
                  <a:ext uri="{FF2B5EF4-FFF2-40B4-BE49-F238E27FC236}">
                    <a16:creationId xmlns:a16="http://schemas.microsoft.com/office/drawing/2014/main" id="{E5C31456-5C36-1C22-88F6-6A7B3A730636}"/>
                  </a:ext>
                </a:extLst>
              </p:cNvPr>
              <p:cNvPicPr/>
              <p:nvPr/>
            </p:nvPicPr>
            <p:blipFill>
              <a:blip r:embed="rId7"/>
              <a:stretch>
                <a:fillRect/>
              </a:stretch>
            </p:blipFill>
            <p:spPr>
              <a:xfrm>
                <a:off x="2545731" y="1609286"/>
                <a:ext cx="339840" cy="588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41AF0330-A094-7A2F-CBB1-CB90701BE17A}"/>
                  </a:ext>
                </a:extLst>
              </p14:cNvPr>
              <p14:cNvContentPartPr/>
              <p14:nvPr/>
            </p14:nvContentPartPr>
            <p14:xfrm>
              <a:off x="4096611" y="1625846"/>
              <a:ext cx="387720" cy="588600"/>
            </p14:xfrm>
          </p:contentPart>
        </mc:Choice>
        <mc:Fallback xmlns="">
          <p:pic>
            <p:nvPicPr>
              <p:cNvPr id="14" name="Ink 13">
                <a:extLst>
                  <a:ext uri="{FF2B5EF4-FFF2-40B4-BE49-F238E27FC236}">
                    <a16:creationId xmlns:a16="http://schemas.microsoft.com/office/drawing/2014/main" id="{41AF0330-A094-7A2F-CBB1-CB90701BE17A}"/>
                  </a:ext>
                </a:extLst>
              </p:cNvPr>
              <p:cNvPicPr/>
              <p:nvPr/>
            </p:nvPicPr>
            <p:blipFill>
              <a:blip r:embed="rId9"/>
              <a:stretch>
                <a:fillRect/>
              </a:stretch>
            </p:blipFill>
            <p:spPr>
              <a:xfrm>
                <a:off x="4090491" y="1619726"/>
                <a:ext cx="399960" cy="600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555B21DB-070F-0D4E-888E-5874431F77CF}"/>
                  </a:ext>
                </a:extLst>
              </p14:cNvPr>
              <p14:cNvContentPartPr/>
              <p14:nvPr/>
            </p14:nvContentPartPr>
            <p14:xfrm>
              <a:off x="13400143" y="1011840"/>
              <a:ext cx="360" cy="360"/>
            </p14:xfrm>
          </p:contentPart>
        </mc:Choice>
        <mc:Fallback xmlns="">
          <p:pic>
            <p:nvPicPr>
              <p:cNvPr id="15" name="Ink 14">
                <a:extLst>
                  <a:ext uri="{FF2B5EF4-FFF2-40B4-BE49-F238E27FC236}">
                    <a16:creationId xmlns:a16="http://schemas.microsoft.com/office/drawing/2014/main" id="{555B21DB-070F-0D4E-888E-5874431F77CF}"/>
                  </a:ext>
                </a:extLst>
              </p:cNvPr>
              <p:cNvPicPr/>
              <p:nvPr/>
            </p:nvPicPr>
            <p:blipFill>
              <a:blip r:embed="rId11"/>
              <a:stretch>
                <a:fillRect/>
              </a:stretch>
            </p:blipFill>
            <p:spPr>
              <a:xfrm>
                <a:off x="13394023" y="1005720"/>
                <a:ext cx="12600" cy="12600"/>
              </a:xfrm>
              <a:prstGeom prst="rect">
                <a:avLst/>
              </a:prstGeom>
            </p:spPr>
          </p:pic>
        </mc:Fallback>
      </mc:AlternateContent>
      <p:grpSp>
        <p:nvGrpSpPr>
          <p:cNvPr id="21" name="Group 20">
            <a:extLst>
              <a:ext uri="{FF2B5EF4-FFF2-40B4-BE49-F238E27FC236}">
                <a16:creationId xmlns:a16="http://schemas.microsoft.com/office/drawing/2014/main" id="{7ECEB589-138E-1A2A-2BE3-21C77CA037A3}"/>
              </a:ext>
            </a:extLst>
          </p:cNvPr>
          <p:cNvGrpSpPr/>
          <p:nvPr/>
        </p:nvGrpSpPr>
        <p:grpSpPr>
          <a:xfrm>
            <a:off x="4017823" y="1633046"/>
            <a:ext cx="183600" cy="130680"/>
            <a:chOff x="4017823" y="1633046"/>
            <a:chExt cx="183600" cy="130680"/>
          </a:xfrm>
        </p:grpSpPr>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E46AD373-CA80-EBF1-2AC1-E57838D30D76}"/>
                    </a:ext>
                  </a:extLst>
                </p14:cNvPr>
                <p14:cNvContentPartPr/>
                <p14:nvPr/>
              </p14:nvContentPartPr>
              <p14:xfrm>
                <a:off x="4158223" y="1633046"/>
                <a:ext cx="360" cy="360"/>
              </p14:xfrm>
            </p:contentPart>
          </mc:Choice>
          <mc:Fallback xmlns="">
            <p:pic>
              <p:nvPicPr>
                <p:cNvPr id="16" name="Ink 15">
                  <a:extLst>
                    <a:ext uri="{FF2B5EF4-FFF2-40B4-BE49-F238E27FC236}">
                      <a16:creationId xmlns:a16="http://schemas.microsoft.com/office/drawing/2014/main" id="{E46AD373-CA80-EBF1-2AC1-E57838D30D76}"/>
                    </a:ext>
                  </a:extLst>
                </p:cNvPr>
                <p:cNvPicPr/>
                <p:nvPr/>
              </p:nvPicPr>
              <p:blipFill>
                <a:blip r:embed="rId11"/>
                <a:stretch>
                  <a:fillRect/>
                </a:stretch>
              </p:blipFill>
              <p:spPr>
                <a:xfrm>
                  <a:off x="4152103" y="162692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E619D050-A5B2-AE9F-7F68-F72C54697B84}"/>
                    </a:ext>
                  </a:extLst>
                </p14:cNvPr>
                <p14:cNvContentPartPr/>
                <p14:nvPr/>
              </p14:nvContentPartPr>
              <p14:xfrm>
                <a:off x="4017823" y="1658966"/>
                <a:ext cx="108000" cy="104760"/>
              </p14:xfrm>
            </p:contentPart>
          </mc:Choice>
          <mc:Fallback xmlns="">
            <p:pic>
              <p:nvPicPr>
                <p:cNvPr id="17" name="Ink 16">
                  <a:extLst>
                    <a:ext uri="{FF2B5EF4-FFF2-40B4-BE49-F238E27FC236}">
                      <a16:creationId xmlns:a16="http://schemas.microsoft.com/office/drawing/2014/main" id="{E619D050-A5B2-AE9F-7F68-F72C54697B84}"/>
                    </a:ext>
                  </a:extLst>
                </p:cNvPr>
                <p:cNvPicPr/>
                <p:nvPr/>
              </p:nvPicPr>
              <p:blipFill>
                <a:blip r:embed="rId14"/>
                <a:stretch>
                  <a:fillRect/>
                </a:stretch>
              </p:blipFill>
              <p:spPr>
                <a:xfrm>
                  <a:off x="4011703" y="1652846"/>
                  <a:ext cx="12024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9" name="Ink 18">
                  <a:extLst>
                    <a:ext uri="{FF2B5EF4-FFF2-40B4-BE49-F238E27FC236}">
                      <a16:creationId xmlns:a16="http://schemas.microsoft.com/office/drawing/2014/main" id="{F9BBDA22-C272-F3A5-A03B-12C89DE45487}"/>
                    </a:ext>
                  </a:extLst>
                </p14:cNvPr>
                <p14:cNvContentPartPr/>
                <p14:nvPr/>
              </p14:nvContentPartPr>
              <p14:xfrm>
                <a:off x="4095943" y="1667606"/>
                <a:ext cx="29880" cy="14040"/>
              </p14:xfrm>
            </p:contentPart>
          </mc:Choice>
          <mc:Fallback xmlns="">
            <p:pic>
              <p:nvPicPr>
                <p:cNvPr id="19" name="Ink 18">
                  <a:extLst>
                    <a:ext uri="{FF2B5EF4-FFF2-40B4-BE49-F238E27FC236}">
                      <a16:creationId xmlns:a16="http://schemas.microsoft.com/office/drawing/2014/main" id="{F9BBDA22-C272-F3A5-A03B-12C89DE45487}"/>
                    </a:ext>
                  </a:extLst>
                </p:cNvPr>
                <p:cNvPicPr/>
                <p:nvPr/>
              </p:nvPicPr>
              <p:blipFill>
                <a:blip r:embed="rId16"/>
                <a:stretch>
                  <a:fillRect/>
                </a:stretch>
              </p:blipFill>
              <p:spPr>
                <a:xfrm>
                  <a:off x="4089823" y="1661486"/>
                  <a:ext cx="4212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0" name="Ink 19">
                  <a:extLst>
                    <a:ext uri="{FF2B5EF4-FFF2-40B4-BE49-F238E27FC236}">
                      <a16:creationId xmlns:a16="http://schemas.microsoft.com/office/drawing/2014/main" id="{FCABD729-F385-AE2C-20B3-FB80E12E6873}"/>
                    </a:ext>
                  </a:extLst>
                </p14:cNvPr>
                <p14:cNvContentPartPr/>
                <p14:nvPr/>
              </p14:nvContentPartPr>
              <p14:xfrm>
                <a:off x="4049863" y="1642046"/>
                <a:ext cx="151560" cy="82800"/>
              </p14:xfrm>
            </p:contentPart>
          </mc:Choice>
          <mc:Fallback xmlns="">
            <p:pic>
              <p:nvPicPr>
                <p:cNvPr id="20" name="Ink 19">
                  <a:extLst>
                    <a:ext uri="{FF2B5EF4-FFF2-40B4-BE49-F238E27FC236}">
                      <a16:creationId xmlns:a16="http://schemas.microsoft.com/office/drawing/2014/main" id="{FCABD729-F385-AE2C-20B3-FB80E12E6873}"/>
                    </a:ext>
                  </a:extLst>
                </p:cNvPr>
                <p:cNvPicPr/>
                <p:nvPr/>
              </p:nvPicPr>
              <p:blipFill>
                <a:blip r:embed="rId18"/>
                <a:stretch>
                  <a:fillRect/>
                </a:stretch>
              </p:blipFill>
              <p:spPr>
                <a:xfrm>
                  <a:off x="4043743" y="1635926"/>
                  <a:ext cx="163800" cy="95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
            <p14:nvContentPartPr>
              <p14:cNvPr id="22" name="Ink 21">
                <a:extLst>
                  <a:ext uri="{FF2B5EF4-FFF2-40B4-BE49-F238E27FC236}">
                    <a16:creationId xmlns:a16="http://schemas.microsoft.com/office/drawing/2014/main" id="{32FA9CC3-B885-D0D3-2421-232704A97B0D}"/>
                  </a:ext>
                </a:extLst>
              </p14:cNvPr>
              <p14:cNvContentPartPr/>
              <p14:nvPr/>
            </p14:nvContentPartPr>
            <p14:xfrm>
              <a:off x="2599423" y="1635206"/>
              <a:ext cx="221400" cy="528840"/>
            </p14:xfrm>
          </p:contentPart>
        </mc:Choice>
        <mc:Fallback xmlns="">
          <p:pic>
            <p:nvPicPr>
              <p:cNvPr id="22" name="Ink 21">
                <a:extLst>
                  <a:ext uri="{FF2B5EF4-FFF2-40B4-BE49-F238E27FC236}">
                    <a16:creationId xmlns:a16="http://schemas.microsoft.com/office/drawing/2014/main" id="{32FA9CC3-B885-D0D3-2421-232704A97B0D}"/>
                  </a:ext>
                </a:extLst>
              </p:cNvPr>
              <p:cNvPicPr/>
              <p:nvPr/>
            </p:nvPicPr>
            <p:blipFill>
              <a:blip r:embed="rId20"/>
              <a:stretch>
                <a:fillRect/>
              </a:stretch>
            </p:blipFill>
            <p:spPr>
              <a:xfrm>
                <a:off x="2593303" y="1629086"/>
                <a:ext cx="233640" cy="5410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3" name="Ink 22">
                <a:extLst>
                  <a:ext uri="{FF2B5EF4-FFF2-40B4-BE49-F238E27FC236}">
                    <a16:creationId xmlns:a16="http://schemas.microsoft.com/office/drawing/2014/main" id="{1BD82CB0-62F9-5CBA-8B27-D49F4A93D335}"/>
                  </a:ext>
                </a:extLst>
              </p14:cNvPr>
              <p14:cNvContentPartPr/>
              <p14:nvPr/>
            </p14:nvContentPartPr>
            <p14:xfrm>
              <a:off x="2699143" y="1643126"/>
              <a:ext cx="210600" cy="371160"/>
            </p14:xfrm>
          </p:contentPart>
        </mc:Choice>
        <mc:Fallback xmlns="">
          <p:pic>
            <p:nvPicPr>
              <p:cNvPr id="23" name="Ink 22">
                <a:extLst>
                  <a:ext uri="{FF2B5EF4-FFF2-40B4-BE49-F238E27FC236}">
                    <a16:creationId xmlns:a16="http://schemas.microsoft.com/office/drawing/2014/main" id="{1BD82CB0-62F9-5CBA-8B27-D49F4A93D335}"/>
                  </a:ext>
                </a:extLst>
              </p:cNvPr>
              <p:cNvPicPr/>
              <p:nvPr/>
            </p:nvPicPr>
            <p:blipFill>
              <a:blip r:embed="rId22"/>
              <a:stretch>
                <a:fillRect/>
              </a:stretch>
            </p:blipFill>
            <p:spPr>
              <a:xfrm>
                <a:off x="2693023" y="1637006"/>
                <a:ext cx="222840" cy="383400"/>
              </a:xfrm>
              <a:prstGeom prst="rect">
                <a:avLst/>
              </a:prstGeom>
            </p:spPr>
          </p:pic>
        </mc:Fallback>
      </mc:AlternateContent>
    </p:spTree>
    <p:extLst>
      <p:ext uri="{BB962C8B-B14F-4D97-AF65-F5344CB8AC3E}">
        <p14:creationId xmlns:p14="http://schemas.microsoft.com/office/powerpoint/2010/main" val="1611722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0264D4-E3B5-D30B-2066-BAD4CEDD9E46}"/>
              </a:ext>
            </a:extLst>
          </p:cNvPr>
          <p:cNvSpPr>
            <a:spLocks noGrp="1"/>
          </p:cNvSpPr>
          <p:nvPr>
            <p:ph type="title"/>
          </p:nvPr>
        </p:nvSpPr>
        <p:spPr>
          <a:xfrm>
            <a:off x="540000" y="540001"/>
            <a:ext cx="11101135" cy="886028"/>
          </a:xfrm>
        </p:spPr>
        <p:txBody>
          <a:bodyPr>
            <a:normAutofit fontScale="90000"/>
          </a:bodyPr>
          <a:lstStyle/>
          <a:p>
            <a:r>
              <a:rPr lang="en-US" dirty="0"/>
              <a:t>Decorator Design Pattern</a:t>
            </a:r>
          </a:p>
        </p:txBody>
      </p:sp>
      <p:sp>
        <p:nvSpPr>
          <p:cNvPr id="4" name="Content Placeholder 3">
            <a:extLst>
              <a:ext uri="{FF2B5EF4-FFF2-40B4-BE49-F238E27FC236}">
                <a16:creationId xmlns:a16="http://schemas.microsoft.com/office/drawing/2014/main" id="{53AAD6C0-57F8-2DD9-4375-AB6B5218C2C8}"/>
              </a:ext>
            </a:extLst>
          </p:cNvPr>
          <p:cNvSpPr>
            <a:spLocks noGrp="1"/>
          </p:cNvSpPr>
          <p:nvPr>
            <p:ph idx="1"/>
          </p:nvPr>
        </p:nvSpPr>
        <p:spPr>
          <a:xfrm>
            <a:off x="540000" y="1534887"/>
            <a:ext cx="11101136" cy="4773838"/>
          </a:xfrm>
        </p:spPr>
        <p:txBody>
          <a:bodyPr/>
          <a:lstStyle/>
          <a:p>
            <a:pPr marL="0" indent="0">
              <a:buNone/>
            </a:pPr>
            <a:r>
              <a:rPr lang="en-US" dirty="0"/>
              <a:t>The Decorator Design Pattern is a structural design pattern that allows behavior to be added to individual objects dynamically, without affecting the behavior of other objects from the same class.</a:t>
            </a:r>
          </a:p>
          <a:p>
            <a:pPr marL="0" indent="0">
              <a:buNone/>
            </a:pPr>
            <a:endParaRPr lang="en-US" dirty="0"/>
          </a:p>
          <a:p>
            <a:pPr marL="0" indent="0">
              <a:buNone/>
            </a:pPr>
            <a:r>
              <a:rPr lang="en-US" b="1" u="sng" dirty="0">
                <a:solidFill>
                  <a:srgbClr val="FF0000"/>
                </a:solidFill>
              </a:rPr>
              <a:t>Components:</a:t>
            </a:r>
          </a:p>
          <a:p>
            <a:pPr marL="0" indent="0">
              <a:buNone/>
            </a:pPr>
            <a:r>
              <a:rPr lang="en-US" dirty="0">
                <a:solidFill>
                  <a:schemeClr val="accent1"/>
                </a:solidFill>
              </a:rPr>
              <a:t>Component interface: </a:t>
            </a:r>
            <a:r>
              <a:rPr lang="en-US" dirty="0"/>
              <a:t>interface that defines core functionality.</a:t>
            </a:r>
          </a:p>
          <a:p>
            <a:pPr marL="0" indent="0">
              <a:buNone/>
            </a:pPr>
            <a:r>
              <a:rPr lang="en-US" dirty="0">
                <a:solidFill>
                  <a:schemeClr val="accent1"/>
                </a:solidFill>
              </a:rPr>
              <a:t>Concrete classes: </a:t>
            </a:r>
            <a:r>
              <a:rPr lang="en-US" dirty="0"/>
              <a:t>implements component interface.</a:t>
            </a:r>
          </a:p>
          <a:p>
            <a:pPr marL="0" indent="0">
              <a:buNone/>
            </a:pPr>
            <a:r>
              <a:rPr lang="en-US" dirty="0">
                <a:solidFill>
                  <a:schemeClr val="accent1"/>
                </a:solidFill>
              </a:rPr>
              <a:t>Decorator: </a:t>
            </a:r>
            <a:r>
              <a:rPr lang="en-US" dirty="0"/>
              <a:t>A abstract class that implements component interface and has a  reference of component interface.</a:t>
            </a:r>
          </a:p>
          <a:p>
            <a:pPr marL="0" indent="0">
              <a:buNone/>
            </a:pPr>
            <a:r>
              <a:rPr lang="en-US" dirty="0">
                <a:solidFill>
                  <a:schemeClr val="accent1"/>
                </a:solidFill>
              </a:rPr>
              <a:t>Concrete Decorators: </a:t>
            </a:r>
            <a:r>
              <a:rPr lang="en-US" dirty="0"/>
              <a:t>implementers of decorator pattern.</a:t>
            </a:r>
          </a:p>
        </p:txBody>
      </p:sp>
    </p:spTree>
    <p:extLst>
      <p:ext uri="{BB962C8B-B14F-4D97-AF65-F5344CB8AC3E}">
        <p14:creationId xmlns:p14="http://schemas.microsoft.com/office/powerpoint/2010/main" val="913768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EB3A16-AFE5-8D83-DB66-9619FBF27A58}"/>
              </a:ext>
            </a:extLst>
          </p:cNvPr>
          <p:cNvPicPr>
            <a:picLocks noChangeAspect="1"/>
          </p:cNvPicPr>
          <p:nvPr/>
        </p:nvPicPr>
        <p:blipFill>
          <a:blip r:embed="rId2"/>
          <a:stretch>
            <a:fillRect/>
          </a:stretch>
        </p:blipFill>
        <p:spPr>
          <a:xfrm>
            <a:off x="3544603" y="174150"/>
            <a:ext cx="3038089" cy="925306"/>
          </a:xfrm>
          <a:prstGeom prst="rect">
            <a:avLst/>
          </a:prstGeom>
        </p:spPr>
      </p:pic>
      <p:pic>
        <p:nvPicPr>
          <p:cNvPr id="7" name="Picture 6">
            <a:extLst>
              <a:ext uri="{FF2B5EF4-FFF2-40B4-BE49-F238E27FC236}">
                <a16:creationId xmlns:a16="http://schemas.microsoft.com/office/drawing/2014/main" id="{0460230C-2591-E964-E07C-DF3948856808}"/>
              </a:ext>
            </a:extLst>
          </p:cNvPr>
          <p:cNvPicPr>
            <a:picLocks noChangeAspect="1"/>
          </p:cNvPicPr>
          <p:nvPr/>
        </p:nvPicPr>
        <p:blipFill>
          <a:blip r:embed="rId3"/>
          <a:stretch>
            <a:fillRect/>
          </a:stretch>
        </p:blipFill>
        <p:spPr>
          <a:xfrm>
            <a:off x="492465" y="1559342"/>
            <a:ext cx="3578793" cy="1492327"/>
          </a:xfrm>
          <a:prstGeom prst="rect">
            <a:avLst/>
          </a:prstGeom>
        </p:spPr>
      </p:pic>
      <p:pic>
        <p:nvPicPr>
          <p:cNvPr id="9" name="Picture 8">
            <a:extLst>
              <a:ext uri="{FF2B5EF4-FFF2-40B4-BE49-F238E27FC236}">
                <a16:creationId xmlns:a16="http://schemas.microsoft.com/office/drawing/2014/main" id="{4B5469B3-3265-6C6E-0D49-72C29FA0896D}"/>
              </a:ext>
            </a:extLst>
          </p:cNvPr>
          <p:cNvPicPr>
            <a:picLocks noChangeAspect="1"/>
          </p:cNvPicPr>
          <p:nvPr/>
        </p:nvPicPr>
        <p:blipFill>
          <a:blip r:embed="rId4"/>
          <a:stretch>
            <a:fillRect/>
          </a:stretch>
        </p:blipFill>
        <p:spPr>
          <a:xfrm>
            <a:off x="6195007" y="1559342"/>
            <a:ext cx="4248368" cy="1492327"/>
          </a:xfrm>
          <a:prstGeom prst="rect">
            <a:avLst/>
          </a:prstGeom>
        </p:spPr>
      </p:pic>
      <p:pic>
        <p:nvPicPr>
          <p:cNvPr id="11" name="Picture 10">
            <a:extLst>
              <a:ext uri="{FF2B5EF4-FFF2-40B4-BE49-F238E27FC236}">
                <a16:creationId xmlns:a16="http://schemas.microsoft.com/office/drawing/2014/main" id="{7365978B-8B0C-2EFB-270B-7A779CDD7871}"/>
              </a:ext>
            </a:extLst>
          </p:cNvPr>
          <p:cNvPicPr>
            <a:picLocks noChangeAspect="1"/>
          </p:cNvPicPr>
          <p:nvPr/>
        </p:nvPicPr>
        <p:blipFill>
          <a:blip r:embed="rId5"/>
          <a:stretch>
            <a:fillRect/>
          </a:stretch>
        </p:blipFill>
        <p:spPr>
          <a:xfrm>
            <a:off x="5897119" y="3511555"/>
            <a:ext cx="4844144" cy="1918668"/>
          </a:xfrm>
          <a:prstGeom prst="rect">
            <a:avLst/>
          </a:prstGeom>
        </p:spPr>
      </p:pic>
      <p:pic>
        <p:nvPicPr>
          <p:cNvPr id="13" name="Picture 12">
            <a:extLst>
              <a:ext uri="{FF2B5EF4-FFF2-40B4-BE49-F238E27FC236}">
                <a16:creationId xmlns:a16="http://schemas.microsoft.com/office/drawing/2014/main" id="{5BFDCCC9-8406-6DA5-6A73-D64814EFBA4A}"/>
              </a:ext>
            </a:extLst>
          </p:cNvPr>
          <p:cNvPicPr>
            <a:picLocks noChangeAspect="1"/>
          </p:cNvPicPr>
          <p:nvPr/>
        </p:nvPicPr>
        <p:blipFill>
          <a:blip r:embed="rId6"/>
          <a:stretch>
            <a:fillRect/>
          </a:stretch>
        </p:blipFill>
        <p:spPr>
          <a:xfrm>
            <a:off x="248424" y="4034017"/>
            <a:ext cx="5207268" cy="1816193"/>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4" name="Ink 13">
                <a:extLst>
                  <a:ext uri="{FF2B5EF4-FFF2-40B4-BE49-F238E27FC236}">
                    <a16:creationId xmlns:a16="http://schemas.microsoft.com/office/drawing/2014/main" id="{90091B35-20BE-BEC2-A2F0-73E073891467}"/>
                  </a:ext>
                </a:extLst>
              </p14:cNvPr>
              <p14:cNvContentPartPr/>
              <p14:nvPr/>
            </p14:nvContentPartPr>
            <p14:xfrm>
              <a:off x="3823011" y="1083120"/>
              <a:ext cx="382320" cy="531720"/>
            </p14:xfrm>
          </p:contentPart>
        </mc:Choice>
        <mc:Fallback xmlns="">
          <p:pic>
            <p:nvPicPr>
              <p:cNvPr id="14" name="Ink 13">
                <a:extLst>
                  <a:ext uri="{FF2B5EF4-FFF2-40B4-BE49-F238E27FC236}">
                    <a16:creationId xmlns:a16="http://schemas.microsoft.com/office/drawing/2014/main" id="{90091B35-20BE-BEC2-A2F0-73E073891467}"/>
                  </a:ext>
                </a:extLst>
              </p:cNvPr>
              <p:cNvPicPr/>
              <p:nvPr/>
            </p:nvPicPr>
            <p:blipFill>
              <a:blip r:embed="rId8"/>
              <a:stretch>
                <a:fillRect/>
              </a:stretch>
            </p:blipFill>
            <p:spPr>
              <a:xfrm>
                <a:off x="3814011" y="1074480"/>
                <a:ext cx="399960" cy="549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5" name="Ink 14">
                <a:extLst>
                  <a:ext uri="{FF2B5EF4-FFF2-40B4-BE49-F238E27FC236}">
                    <a16:creationId xmlns:a16="http://schemas.microsoft.com/office/drawing/2014/main" id="{D9B5AEB3-95DA-BFB9-896E-0B3A8F5E911F}"/>
                  </a:ext>
                </a:extLst>
              </p14:cNvPr>
              <p14:cNvContentPartPr/>
              <p14:nvPr/>
            </p14:nvContentPartPr>
            <p14:xfrm>
              <a:off x="6281091" y="1077360"/>
              <a:ext cx="434520" cy="514440"/>
            </p14:xfrm>
          </p:contentPart>
        </mc:Choice>
        <mc:Fallback xmlns="">
          <p:pic>
            <p:nvPicPr>
              <p:cNvPr id="15" name="Ink 14">
                <a:extLst>
                  <a:ext uri="{FF2B5EF4-FFF2-40B4-BE49-F238E27FC236}">
                    <a16:creationId xmlns:a16="http://schemas.microsoft.com/office/drawing/2014/main" id="{D9B5AEB3-95DA-BFB9-896E-0B3A8F5E911F}"/>
                  </a:ext>
                </a:extLst>
              </p:cNvPr>
              <p:cNvPicPr/>
              <p:nvPr/>
            </p:nvPicPr>
            <p:blipFill>
              <a:blip r:embed="rId10"/>
              <a:stretch>
                <a:fillRect/>
              </a:stretch>
            </p:blipFill>
            <p:spPr>
              <a:xfrm>
                <a:off x="6272451" y="1068720"/>
                <a:ext cx="452160" cy="532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6" name="Ink 15">
                <a:extLst>
                  <a:ext uri="{FF2B5EF4-FFF2-40B4-BE49-F238E27FC236}">
                    <a16:creationId xmlns:a16="http://schemas.microsoft.com/office/drawing/2014/main" id="{EA8E69C2-BEFB-A810-4BB7-E5CFA041B898}"/>
                  </a:ext>
                </a:extLst>
              </p14:cNvPr>
              <p14:cNvContentPartPr/>
              <p14:nvPr/>
            </p14:nvContentPartPr>
            <p14:xfrm>
              <a:off x="8217531" y="3020640"/>
              <a:ext cx="110160" cy="625320"/>
            </p14:xfrm>
          </p:contentPart>
        </mc:Choice>
        <mc:Fallback xmlns="">
          <p:pic>
            <p:nvPicPr>
              <p:cNvPr id="16" name="Ink 15">
                <a:extLst>
                  <a:ext uri="{FF2B5EF4-FFF2-40B4-BE49-F238E27FC236}">
                    <a16:creationId xmlns:a16="http://schemas.microsoft.com/office/drawing/2014/main" id="{EA8E69C2-BEFB-A810-4BB7-E5CFA041B898}"/>
                  </a:ext>
                </a:extLst>
              </p:cNvPr>
              <p:cNvPicPr/>
              <p:nvPr/>
            </p:nvPicPr>
            <p:blipFill>
              <a:blip r:embed="rId12"/>
              <a:stretch>
                <a:fillRect/>
              </a:stretch>
            </p:blipFill>
            <p:spPr>
              <a:xfrm>
                <a:off x="8208891" y="3011640"/>
                <a:ext cx="127800" cy="642960"/>
              </a:xfrm>
              <a:prstGeom prst="rect">
                <a:avLst/>
              </a:prstGeom>
            </p:spPr>
          </p:pic>
        </mc:Fallback>
      </mc:AlternateContent>
      <p:grpSp>
        <p:nvGrpSpPr>
          <p:cNvPr id="19" name="Group 18">
            <a:extLst>
              <a:ext uri="{FF2B5EF4-FFF2-40B4-BE49-F238E27FC236}">
                <a16:creationId xmlns:a16="http://schemas.microsoft.com/office/drawing/2014/main" id="{9A856551-74CA-5B8C-F5D9-8D5361F9A98C}"/>
              </a:ext>
            </a:extLst>
          </p:cNvPr>
          <p:cNvGrpSpPr/>
          <p:nvPr/>
        </p:nvGrpSpPr>
        <p:grpSpPr>
          <a:xfrm>
            <a:off x="3936051" y="3099840"/>
            <a:ext cx="2015280" cy="1929600"/>
            <a:chOff x="3936051" y="3099840"/>
            <a:chExt cx="2015280" cy="1929600"/>
          </a:xfrm>
        </p:grpSpPr>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17" name="Ink 16">
                  <a:extLst>
                    <a:ext uri="{FF2B5EF4-FFF2-40B4-BE49-F238E27FC236}">
                      <a16:creationId xmlns:a16="http://schemas.microsoft.com/office/drawing/2014/main" id="{9715A93E-B271-0E18-7F39-55CDF1AF5E31}"/>
                    </a:ext>
                  </a:extLst>
                </p14:cNvPr>
                <p14:cNvContentPartPr/>
                <p14:nvPr/>
              </p14:nvContentPartPr>
              <p14:xfrm>
                <a:off x="3936051" y="3099840"/>
                <a:ext cx="475200" cy="1646280"/>
              </p14:xfrm>
            </p:contentPart>
          </mc:Choice>
          <mc:Fallback xmlns="">
            <p:pic>
              <p:nvPicPr>
                <p:cNvPr id="17" name="Ink 16">
                  <a:extLst>
                    <a:ext uri="{FF2B5EF4-FFF2-40B4-BE49-F238E27FC236}">
                      <a16:creationId xmlns:a16="http://schemas.microsoft.com/office/drawing/2014/main" id="{9715A93E-B271-0E18-7F39-55CDF1AF5E31}"/>
                    </a:ext>
                  </a:extLst>
                </p:cNvPr>
                <p:cNvPicPr/>
                <p:nvPr/>
              </p:nvPicPr>
              <p:blipFill>
                <a:blip r:embed="rId14"/>
                <a:stretch>
                  <a:fillRect/>
                </a:stretch>
              </p:blipFill>
              <p:spPr>
                <a:xfrm>
                  <a:off x="3927051" y="3090840"/>
                  <a:ext cx="492840" cy="16639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18" name="Ink 17">
                  <a:extLst>
                    <a:ext uri="{FF2B5EF4-FFF2-40B4-BE49-F238E27FC236}">
                      <a16:creationId xmlns:a16="http://schemas.microsoft.com/office/drawing/2014/main" id="{B7662C5B-A1E7-EBE9-D2C6-47521B523460}"/>
                    </a:ext>
                  </a:extLst>
                </p14:cNvPr>
                <p14:cNvContentPartPr/>
                <p14:nvPr/>
              </p14:nvContentPartPr>
              <p14:xfrm>
                <a:off x="4310451" y="4059240"/>
                <a:ext cx="1640880" cy="970200"/>
              </p14:xfrm>
            </p:contentPart>
          </mc:Choice>
          <mc:Fallback xmlns="">
            <p:pic>
              <p:nvPicPr>
                <p:cNvPr id="18" name="Ink 17">
                  <a:extLst>
                    <a:ext uri="{FF2B5EF4-FFF2-40B4-BE49-F238E27FC236}">
                      <a16:creationId xmlns:a16="http://schemas.microsoft.com/office/drawing/2014/main" id="{B7662C5B-A1E7-EBE9-D2C6-47521B523460}"/>
                    </a:ext>
                  </a:extLst>
                </p:cNvPr>
                <p:cNvPicPr/>
                <p:nvPr/>
              </p:nvPicPr>
              <p:blipFill>
                <a:blip r:embed="rId16"/>
                <a:stretch>
                  <a:fillRect/>
                </a:stretch>
              </p:blipFill>
              <p:spPr>
                <a:xfrm>
                  <a:off x="4301811" y="4050240"/>
                  <a:ext cx="1658520" cy="987840"/>
                </a:xfrm>
                <a:prstGeom prst="rect">
                  <a:avLst/>
                </a:prstGeom>
              </p:spPr>
            </p:pic>
          </mc:Fallback>
        </mc:AlternateContent>
      </p:grpSp>
    </p:spTree>
    <p:extLst>
      <p:ext uri="{BB962C8B-B14F-4D97-AF65-F5344CB8AC3E}">
        <p14:creationId xmlns:p14="http://schemas.microsoft.com/office/powerpoint/2010/main" val="25590130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0CD16-C520-447B-5724-6D0DE561C62F}"/>
              </a:ext>
            </a:extLst>
          </p:cNvPr>
          <p:cNvSpPr>
            <a:spLocks noGrp="1"/>
          </p:cNvSpPr>
          <p:nvPr>
            <p:ph type="title"/>
          </p:nvPr>
        </p:nvSpPr>
        <p:spPr>
          <a:xfrm>
            <a:off x="540000" y="540000"/>
            <a:ext cx="11101135" cy="864257"/>
          </a:xfrm>
        </p:spPr>
        <p:txBody>
          <a:bodyPr>
            <a:normAutofit fontScale="90000"/>
          </a:bodyPr>
          <a:lstStyle/>
          <a:p>
            <a:r>
              <a:rPr lang="en-US" dirty="0"/>
              <a:t>Façade Design Pattern</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4" name="Ink 3">
                <a:extLst>
                  <a:ext uri="{FF2B5EF4-FFF2-40B4-BE49-F238E27FC236}">
                    <a16:creationId xmlns:a16="http://schemas.microsoft.com/office/drawing/2014/main" id="{F7C4EBF7-F6E9-861B-4935-8682A7E4FC39}"/>
                  </a:ext>
                </a:extLst>
              </p14:cNvPr>
              <p14:cNvContentPartPr/>
              <p14:nvPr/>
            </p14:nvContentPartPr>
            <p14:xfrm>
              <a:off x="3657411" y="3341760"/>
              <a:ext cx="360" cy="360"/>
            </p14:xfrm>
          </p:contentPart>
        </mc:Choice>
        <mc:Fallback xmlns="">
          <p:pic>
            <p:nvPicPr>
              <p:cNvPr id="4" name="Ink 3">
                <a:extLst>
                  <a:ext uri="{FF2B5EF4-FFF2-40B4-BE49-F238E27FC236}">
                    <a16:creationId xmlns:a16="http://schemas.microsoft.com/office/drawing/2014/main" id="{F7C4EBF7-F6E9-861B-4935-8682A7E4FC39}"/>
                  </a:ext>
                </a:extLst>
              </p:cNvPr>
              <p:cNvPicPr/>
              <p:nvPr/>
            </p:nvPicPr>
            <p:blipFill>
              <a:blip r:embed="rId3"/>
              <a:stretch>
                <a:fillRect/>
              </a:stretch>
            </p:blipFill>
            <p:spPr>
              <a:xfrm>
                <a:off x="3648771" y="3332760"/>
                <a:ext cx="18000" cy="18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5" name="Ink 4">
                <a:extLst>
                  <a:ext uri="{FF2B5EF4-FFF2-40B4-BE49-F238E27FC236}">
                    <a16:creationId xmlns:a16="http://schemas.microsoft.com/office/drawing/2014/main" id="{02AF13C6-D14C-AA66-A354-0CC8972205E5}"/>
                  </a:ext>
                </a:extLst>
              </p14:cNvPr>
              <p14:cNvContentPartPr/>
              <p14:nvPr/>
            </p14:nvContentPartPr>
            <p14:xfrm>
              <a:off x="4071051" y="1704326"/>
              <a:ext cx="5040" cy="5040"/>
            </p14:xfrm>
          </p:contentPart>
        </mc:Choice>
        <mc:Fallback xmlns="">
          <p:pic>
            <p:nvPicPr>
              <p:cNvPr id="5" name="Ink 4">
                <a:extLst>
                  <a:ext uri="{FF2B5EF4-FFF2-40B4-BE49-F238E27FC236}">
                    <a16:creationId xmlns:a16="http://schemas.microsoft.com/office/drawing/2014/main" id="{02AF13C6-D14C-AA66-A354-0CC8972205E5}"/>
                  </a:ext>
                </a:extLst>
              </p:cNvPr>
              <p:cNvPicPr/>
              <p:nvPr/>
            </p:nvPicPr>
            <p:blipFill>
              <a:blip r:embed="rId5"/>
              <a:stretch>
                <a:fillRect/>
              </a:stretch>
            </p:blipFill>
            <p:spPr>
              <a:xfrm>
                <a:off x="4062411" y="1695686"/>
                <a:ext cx="22680" cy="22680"/>
              </a:xfrm>
              <a:prstGeom prst="rect">
                <a:avLst/>
              </a:prstGeom>
            </p:spPr>
          </p:pic>
        </mc:Fallback>
      </mc:AlternateContent>
      <p:sp>
        <p:nvSpPr>
          <p:cNvPr id="9" name="Content Placeholder 8">
            <a:extLst>
              <a:ext uri="{FF2B5EF4-FFF2-40B4-BE49-F238E27FC236}">
                <a16:creationId xmlns:a16="http://schemas.microsoft.com/office/drawing/2014/main" id="{9874AE08-0464-3053-DFFE-A536A6D43CBF}"/>
              </a:ext>
            </a:extLst>
          </p:cNvPr>
          <p:cNvSpPr>
            <a:spLocks noGrp="1"/>
          </p:cNvSpPr>
          <p:nvPr>
            <p:ph idx="1"/>
          </p:nvPr>
        </p:nvSpPr>
        <p:spPr>
          <a:xfrm>
            <a:off x="540000" y="1545771"/>
            <a:ext cx="11101136" cy="4762953"/>
          </a:xfrm>
        </p:spPr>
        <p:txBody>
          <a:bodyPr/>
          <a:lstStyle/>
          <a:p>
            <a:pPr marL="0" indent="0">
              <a:buNone/>
            </a:pPr>
            <a:r>
              <a:rPr lang="en-US" dirty="0"/>
              <a:t>Facade Method Design Pattern provides a unified interface to a set of interfaces in a subsystem. Facade defines a high-level interface that makes the subsystem easier to use.</a:t>
            </a:r>
          </a:p>
          <a:p>
            <a:pPr marL="0" indent="0">
              <a:buNone/>
            </a:pPr>
            <a:r>
              <a:rPr lang="en-US" dirty="0"/>
              <a:t>A Facade to decouple the subsystem from clients and other subsystems, thereby promoting subsystem independence and portability.</a:t>
            </a:r>
          </a:p>
          <a:p>
            <a:pPr marL="0" indent="0">
              <a:buNone/>
            </a:pPr>
            <a:endParaRPr lang="en-US" dirty="0"/>
          </a:p>
          <a:p>
            <a:pPr marL="0" indent="0">
              <a:buNone/>
            </a:pPr>
            <a:r>
              <a:rPr lang="en-US" dirty="0"/>
              <a:t>Ex: if any subsystem is replaced by another endpoint, </a:t>
            </a:r>
          </a:p>
          <a:p>
            <a:pPr marL="0" indent="0">
              <a:buNone/>
            </a:pPr>
            <a:r>
              <a:rPr lang="en-US" dirty="0"/>
              <a:t>we can do this redirection in façade, without changing </a:t>
            </a:r>
          </a:p>
          <a:p>
            <a:pPr marL="0" indent="0">
              <a:buNone/>
            </a:pPr>
            <a:r>
              <a:rPr lang="en-US" dirty="0"/>
              <a:t>client code</a:t>
            </a:r>
          </a:p>
          <a:p>
            <a:pPr marL="0" indent="0">
              <a:buNone/>
            </a:pPr>
            <a:endParaRPr lang="en-US" dirty="0"/>
          </a:p>
        </p:txBody>
      </p:sp>
      <p:pic>
        <p:nvPicPr>
          <p:cNvPr id="11" name="Picture 10">
            <a:extLst>
              <a:ext uri="{FF2B5EF4-FFF2-40B4-BE49-F238E27FC236}">
                <a16:creationId xmlns:a16="http://schemas.microsoft.com/office/drawing/2014/main" id="{B350D653-1B5A-3F39-F71C-35981CA7DDFC}"/>
              </a:ext>
            </a:extLst>
          </p:cNvPr>
          <p:cNvPicPr>
            <a:picLocks noChangeAspect="1"/>
          </p:cNvPicPr>
          <p:nvPr/>
        </p:nvPicPr>
        <p:blipFill>
          <a:blip r:embed="rId6"/>
          <a:stretch>
            <a:fillRect/>
          </a:stretch>
        </p:blipFill>
        <p:spPr>
          <a:xfrm>
            <a:off x="7130143" y="2987081"/>
            <a:ext cx="4619849" cy="2749691"/>
          </a:xfrm>
          <a:prstGeom prst="rect">
            <a:avLst/>
          </a:prstGeom>
        </p:spPr>
      </p:pic>
    </p:spTree>
    <p:extLst>
      <p:ext uri="{BB962C8B-B14F-4D97-AF65-F5344CB8AC3E}">
        <p14:creationId xmlns:p14="http://schemas.microsoft.com/office/powerpoint/2010/main" val="2170352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E4314A-6406-935E-FD62-9248BD8AC59B}"/>
              </a:ext>
            </a:extLst>
          </p:cNvPr>
          <p:cNvPicPr>
            <a:picLocks noChangeAspect="1"/>
          </p:cNvPicPr>
          <p:nvPr/>
        </p:nvPicPr>
        <p:blipFill>
          <a:blip r:embed="rId2"/>
          <a:stretch>
            <a:fillRect/>
          </a:stretch>
        </p:blipFill>
        <p:spPr>
          <a:xfrm>
            <a:off x="580050" y="193190"/>
            <a:ext cx="2772749" cy="1181161"/>
          </a:xfrm>
          <a:prstGeom prst="rect">
            <a:avLst/>
          </a:prstGeom>
        </p:spPr>
      </p:pic>
      <p:pic>
        <p:nvPicPr>
          <p:cNvPr id="7" name="Picture 6">
            <a:extLst>
              <a:ext uri="{FF2B5EF4-FFF2-40B4-BE49-F238E27FC236}">
                <a16:creationId xmlns:a16="http://schemas.microsoft.com/office/drawing/2014/main" id="{35B1A0E3-1619-649D-C315-A7E095295797}"/>
              </a:ext>
            </a:extLst>
          </p:cNvPr>
          <p:cNvPicPr>
            <a:picLocks noChangeAspect="1"/>
          </p:cNvPicPr>
          <p:nvPr/>
        </p:nvPicPr>
        <p:blipFill>
          <a:blip r:embed="rId3"/>
          <a:stretch>
            <a:fillRect/>
          </a:stretch>
        </p:blipFill>
        <p:spPr>
          <a:xfrm>
            <a:off x="3907971" y="1349623"/>
            <a:ext cx="3168777" cy="692186"/>
          </a:xfrm>
          <a:prstGeom prst="rect">
            <a:avLst/>
          </a:prstGeom>
        </p:spPr>
      </p:pic>
      <p:pic>
        <p:nvPicPr>
          <p:cNvPr id="9" name="Picture 8">
            <a:extLst>
              <a:ext uri="{FF2B5EF4-FFF2-40B4-BE49-F238E27FC236}">
                <a16:creationId xmlns:a16="http://schemas.microsoft.com/office/drawing/2014/main" id="{518EDB35-6D8C-19BC-C937-DDBC1009A5F8}"/>
              </a:ext>
            </a:extLst>
          </p:cNvPr>
          <p:cNvPicPr>
            <a:picLocks noChangeAspect="1"/>
          </p:cNvPicPr>
          <p:nvPr/>
        </p:nvPicPr>
        <p:blipFill>
          <a:blip r:embed="rId4"/>
          <a:stretch>
            <a:fillRect/>
          </a:stretch>
        </p:blipFill>
        <p:spPr>
          <a:xfrm>
            <a:off x="3907973" y="2323459"/>
            <a:ext cx="3168777" cy="666784"/>
          </a:xfrm>
          <a:prstGeom prst="rect">
            <a:avLst/>
          </a:prstGeom>
        </p:spPr>
      </p:pic>
      <p:pic>
        <p:nvPicPr>
          <p:cNvPr id="11" name="Picture 10">
            <a:extLst>
              <a:ext uri="{FF2B5EF4-FFF2-40B4-BE49-F238E27FC236}">
                <a16:creationId xmlns:a16="http://schemas.microsoft.com/office/drawing/2014/main" id="{E3FBEE21-9FA6-BD73-9288-B2F223B6CD43}"/>
              </a:ext>
            </a:extLst>
          </p:cNvPr>
          <p:cNvPicPr>
            <a:picLocks noChangeAspect="1"/>
          </p:cNvPicPr>
          <p:nvPr/>
        </p:nvPicPr>
        <p:blipFill>
          <a:blip r:embed="rId5"/>
          <a:stretch>
            <a:fillRect/>
          </a:stretch>
        </p:blipFill>
        <p:spPr>
          <a:xfrm>
            <a:off x="3907972" y="3277488"/>
            <a:ext cx="3168778" cy="673135"/>
          </a:xfrm>
          <a:prstGeom prst="rect">
            <a:avLst/>
          </a:prstGeom>
        </p:spPr>
      </p:pic>
      <p:pic>
        <p:nvPicPr>
          <p:cNvPr id="13" name="Picture 12">
            <a:extLst>
              <a:ext uri="{FF2B5EF4-FFF2-40B4-BE49-F238E27FC236}">
                <a16:creationId xmlns:a16="http://schemas.microsoft.com/office/drawing/2014/main" id="{C07C78E2-5243-2CF6-F9B5-6242D089FF1A}"/>
              </a:ext>
            </a:extLst>
          </p:cNvPr>
          <p:cNvPicPr>
            <a:picLocks noChangeAspect="1"/>
          </p:cNvPicPr>
          <p:nvPr/>
        </p:nvPicPr>
        <p:blipFill>
          <a:blip r:embed="rId6"/>
          <a:stretch>
            <a:fillRect/>
          </a:stretch>
        </p:blipFill>
        <p:spPr>
          <a:xfrm>
            <a:off x="422604" y="1660224"/>
            <a:ext cx="3365625" cy="4864350"/>
          </a:xfrm>
          <a:prstGeom prst="rect">
            <a:avLst/>
          </a:prstGeom>
        </p:spPr>
      </p:pic>
      <p:pic>
        <p:nvPicPr>
          <p:cNvPr id="15" name="Picture 14">
            <a:extLst>
              <a:ext uri="{FF2B5EF4-FFF2-40B4-BE49-F238E27FC236}">
                <a16:creationId xmlns:a16="http://schemas.microsoft.com/office/drawing/2014/main" id="{8BA7EC3E-FA5A-3641-1945-0865A129A46D}"/>
              </a:ext>
            </a:extLst>
          </p:cNvPr>
          <p:cNvPicPr>
            <a:picLocks noChangeAspect="1"/>
          </p:cNvPicPr>
          <p:nvPr/>
        </p:nvPicPr>
        <p:blipFill>
          <a:blip r:embed="rId7"/>
          <a:stretch>
            <a:fillRect/>
          </a:stretch>
        </p:blipFill>
        <p:spPr>
          <a:xfrm>
            <a:off x="7717971" y="193191"/>
            <a:ext cx="4288972" cy="2038380"/>
          </a:xfrm>
          <a:prstGeom prst="rect">
            <a:avLst/>
          </a:prstGeom>
        </p:spPr>
      </p:pic>
      <p:pic>
        <p:nvPicPr>
          <p:cNvPr id="17" name="Picture 16">
            <a:extLst>
              <a:ext uri="{FF2B5EF4-FFF2-40B4-BE49-F238E27FC236}">
                <a16:creationId xmlns:a16="http://schemas.microsoft.com/office/drawing/2014/main" id="{4566E637-745A-6709-6ECC-06277643ABEB}"/>
              </a:ext>
            </a:extLst>
          </p:cNvPr>
          <p:cNvPicPr>
            <a:picLocks noChangeAspect="1"/>
          </p:cNvPicPr>
          <p:nvPr/>
        </p:nvPicPr>
        <p:blipFill>
          <a:blip r:embed="rId8"/>
          <a:stretch>
            <a:fillRect/>
          </a:stretch>
        </p:blipFill>
        <p:spPr>
          <a:xfrm>
            <a:off x="7717971" y="2378526"/>
            <a:ext cx="4288972" cy="2100947"/>
          </a:xfrm>
          <a:prstGeom prst="rect">
            <a:avLst/>
          </a:prstGeom>
        </p:spPr>
      </p:pic>
      <p:pic>
        <p:nvPicPr>
          <p:cNvPr id="19" name="Picture 18">
            <a:extLst>
              <a:ext uri="{FF2B5EF4-FFF2-40B4-BE49-F238E27FC236}">
                <a16:creationId xmlns:a16="http://schemas.microsoft.com/office/drawing/2014/main" id="{D6FDE409-0E7F-D056-2DB8-E140E56070BE}"/>
              </a:ext>
            </a:extLst>
          </p:cNvPr>
          <p:cNvPicPr>
            <a:picLocks noChangeAspect="1"/>
          </p:cNvPicPr>
          <p:nvPr/>
        </p:nvPicPr>
        <p:blipFill>
          <a:blip r:embed="rId9"/>
          <a:stretch>
            <a:fillRect/>
          </a:stretch>
        </p:blipFill>
        <p:spPr>
          <a:xfrm>
            <a:off x="7717969" y="4626428"/>
            <a:ext cx="4288973" cy="2038381"/>
          </a:xfrm>
          <a:prstGeom prst="rect">
            <a:avLst/>
          </a:prstGeom>
        </p:spPr>
      </p:pic>
      <p:pic>
        <p:nvPicPr>
          <p:cNvPr id="21" name="Picture 20">
            <a:extLst>
              <a:ext uri="{FF2B5EF4-FFF2-40B4-BE49-F238E27FC236}">
                <a16:creationId xmlns:a16="http://schemas.microsoft.com/office/drawing/2014/main" id="{8C73648B-F9DE-B9AF-5927-BFA80CDF2D03}"/>
              </a:ext>
            </a:extLst>
          </p:cNvPr>
          <p:cNvPicPr>
            <a:picLocks noChangeAspect="1"/>
          </p:cNvPicPr>
          <p:nvPr/>
        </p:nvPicPr>
        <p:blipFill>
          <a:blip r:embed="rId10"/>
          <a:stretch>
            <a:fillRect/>
          </a:stretch>
        </p:blipFill>
        <p:spPr>
          <a:xfrm>
            <a:off x="3907972" y="4092399"/>
            <a:ext cx="3168779" cy="2121009"/>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22" name="Ink 21">
                <a:extLst>
                  <a:ext uri="{FF2B5EF4-FFF2-40B4-BE49-F238E27FC236}">
                    <a16:creationId xmlns:a16="http://schemas.microsoft.com/office/drawing/2014/main" id="{173DCFBD-D184-DA34-AB0E-4D005FE1F461}"/>
                  </a:ext>
                </a:extLst>
              </p14:cNvPr>
              <p14:cNvContentPartPr/>
              <p14:nvPr/>
            </p14:nvContentPartPr>
            <p14:xfrm>
              <a:off x="7036731" y="3534360"/>
              <a:ext cx="734040" cy="1615320"/>
            </p14:xfrm>
          </p:contentPart>
        </mc:Choice>
        <mc:Fallback xmlns="">
          <p:pic>
            <p:nvPicPr>
              <p:cNvPr id="22" name="Ink 21">
                <a:extLst>
                  <a:ext uri="{FF2B5EF4-FFF2-40B4-BE49-F238E27FC236}">
                    <a16:creationId xmlns:a16="http://schemas.microsoft.com/office/drawing/2014/main" id="{173DCFBD-D184-DA34-AB0E-4D005FE1F461}"/>
                  </a:ext>
                </a:extLst>
              </p:cNvPr>
              <p:cNvPicPr/>
              <p:nvPr/>
            </p:nvPicPr>
            <p:blipFill>
              <a:blip r:embed="rId12"/>
              <a:stretch>
                <a:fillRect/>
              </a:stretch>
            </p:blipFill>
            <p:spPr>
              <a:xfrm>
                <a:off x="7027731" y="3525360"/>
                <a:ext cx="751680" cy="16329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23" name="Ink 22">
                <a:extLst>
                  <a:ext uri="{FF2B5EF4-FFF2-40B4-BE49-F238E27FC236}">
                    <a16:creationId xmlns:a16="http://schemas.microsoft.com/office/drawing/2014/main" id="{BC14746A-8946-447A-D641-E7ED17FB9413}"/>
                  </a:ext>
                </a:extLst>
              </p14:cNvPr>
              <p14:cNvContentPartPr/>
              <p14:nvPr/>
            </p14:nvContentPartPr>
            <p14:xfrm>
              <a:off x="7520571" y="4745040"/>
              <a:ext cx="462240" cy="567000"/>
            </p14:xfrm>
          </p:contentPart>
        </mc:Choice>
        <mc:Fallback xmlns="">
          <p:pic>
            <p:nvPicPr>
              <p:cNvPr id="23" name="Ink 22">
                <a:extLst>
                  <a:ext uri="{FF2B5EF4-FFF2-40B4-BE49-F238E27FC236}">
                    <a16:creationId xmlns:a16="http://schemas.microsoft.com/office/drawing/2014/main" id="{BC14746A-8946-447A-D641-E7ED17FB9413}"/>
                  </a:ext>
                </a:extLst>
              </p:cNvPr>
              <p:cNvPicPr/>
              <p:nvPr/>
            </p:nvPicPr>
            <p:blipFill>
              <a:blip r:embed="rId14"/>
              <a:stretch>
                <a:fillRect/>
              </a:stretch>
            </p:blipFill>
            <p:spPr>
              <a:xfrm>
                <a:off x="7511931" y="4736400"/>
                <a:ext cx="479880" cy="584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24" name="Ink 23">
                <a:extLst>
                  <a:ext uri="{FF2B5EF4-FFF2-40B4-BE49-F238E27FC236}">
                    <a16:creationId xmlns:a16="http://schemas.microsoft.com/office/drawing/2014/main" id="{72B2E624-7D19-EE32-C008-67F09255C01F}"/>
                  </a:ext>
                </a:extLst>
              </p14:cNvPr>
              <p14:cNvContentPartPr/>
              <p14:nvPr/>
            </p14:nvContentPartPr>
            <p14:xfrm>
              <a:off x="6912531" y="1503960"/>
              <a:ext cx="911880" cy="307080"/>
            </p14:xfrm>
          </p:contentPart>
        </mc:Choice>
        <mc:Fallback xmlns="">
          <p:pic>
            <p:nvPicPr>
              <p:cNvPr id="24" name="Ink 23">
                <a:extLst>
                  <a:ext uri="{FF2B5EF4-FFF2-40B4-BE49-F238E27FC236}">
                    <a16:creationId xmlns:a16="http://schemas.microsoft.com/office/drawing/2014/main" id="{72B2E624-7D19-EE32-C008-67F09255C01F}"/>
                  </a:ext>
                </a:extLst>
              </p:cNvPr>
              <p:cNvPicPr/>
              <p:nvPr/>
            </p:nvPicPr>
            <p:blipFill>
              <a:blip r:embed="rId16"/>
              <a:stretch>
                <a:fillRect/>
              </a:stretch>
            </p:blipFill>
            <p:spPr>
              <a:xfrm>
                <a:off x="6903531" y="1495320"/>
                <a:ext cx="929520" cy="324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26" name="Ink 25">
                <a:extLst>
                  <a:ext uri="{FF2B5EF4-FFF2-40B4-BE49-F238E27FC236}">
                    <a16:creationId xmlns:a16="http://schemas.microsoft.com/office/drawing/2014/main" id="{9D6F3A52-AB88-065C-80F3-0E8C77B8058E}"/>
                  </a:ext>
                </a:extLst>
              </p14:cNvPr>
              <p14:cNvContentPartPr/>
              <p14:nvPr/>
            </p14:nvContentPartPr>
            <p14:xfrm>
              <a:off x="7052571" y="2731920"/>
              <a:ext cx="857880" cy="88200"/>
            </p14:xfrm>
          </p:contentPart>
        </mc:Choice>
        <mc:Fallback xmlns="">
          <p:pic>
            <p:nvPicPr>
              <p:cNvPr id="26" name="Ink 25">
                <a:extLst>
                  <a:ext uri="{FF2B5EF4-FFF2-40B4-BE49-F238E27FC236}">
                    <a16:creationId xmlns:a16="http://schemas.microsoft.com/office/drawing/2014/main" id="{9D6F3A52-AB88-065C-80F3-0E8C77B8058E}"/>
                  </a:ext>
                </a:extLst>
              </p:cNvPr>
              <p:cNvPicPr/>
              <p:nvPr/>
            </p:nvPicPr>
            <p:blipFill>
              <a:blip r:embed="rId18"/>
              <a:stretch>
                <a:fillRect/>
              </a:stretch>
            </p:blipFill>
            <p:spPr>
              <a:xfrm>
                <a:off x="7043571" y="2723280"/>
                <a:ext cx="875520" cy="105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27" name="Ink 26">
                <a:extLst>
                  <a:ext uri="{FF2B5EF4-FFF2-40B4-BE49-F238E27FC236}">
                    <a16:creationId xmlns:a16="http://schemas.microsoft.com/office/drawing/2014/main" id="{40438E06-C159-65D7-FDDD-7B7C505A1F6E}"/>
                  </a:ext>
                </a:extLst>
              </p14:cNvPr>
              <p14:cNvContentPartPr/>
              <p14:nvPr/>
            </p14:nvContentPartPr>
            <p14:xfrm>
              <a:off x="1836531" y="1349520"/>
              <a:ext cx="94680" cy="383760"/>
            </p14:xfrm>
          </p:contentPart>
        </mc:Choice>
        <mc:Fallback xmlns="">
          <p:pic>
            <p:nvPicPr>
              <p:cNvPr id="27" name="Ink 26">
                <a:extLst>
                  <a:ext uri="{FF2B5EF4-FFF2-40B4-BE49-F238E27FC236}">
                    <a16:creationId xmlns:a16="http://schemas.microsoft.com/office/drawing/2014/main" id="{40438E06-C159-65D7-FDDD-7B7C505A1F6E}"/>
                  </a:ext>
                </a:extLst>
              </p:cNvPr>
              <p:cNvPicPr/>
              <p:nvPr/>
            </p:nvPicPr>
            <p:blipFill>
              <a:blip r:embed="rId20"/>
              <a:stretch>
                <a:fillRect/>
              </a:stretch>
            </p:blipFill>
            <p:spPr>
              <a:xfrm>
                <a:off x="1827891" y="1340880"/>
                <a:ext cx="112320" cy="401400"/>
              </a:xfrm>
              <a:prstGeom prst="rect">
                <a:avLst/>
              </a:prstGeom>
            </p:spPr>
          </p:pic>
        </mc:Fallback>
      </mc:AlternateContent>
    </p:spTree>
    <p:extLst>
      <p:ext uri="{BB962C8B-B14F-4D97-AF65-F5344CB8AC3E}">
        <p14:creationId xmlns:p14="http://schemas.microsoft.com/office/powerpoint/2010/main" val="2152407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DCC25-305F-557A-6FD3-18D37B3DC7BD}"/>
              </a:ext>
            </a:extLst>
          </p:cNvPr>
          <p:cNvSpPr>
            <a:spLocks noGrp="1"/>
          </p:cNvSpPr>
          <p:nvPr>
            <p:ph type="title"/>
          </p:nvPr>
        </p:nvSpPr>
        <p:spPr>
          <a:xfrm>
            <a:off x="844777" y="2508704"/>
            <a:ext cx="11090275" cy="1377495"/>
          </a:xfrm>
        </p:spPr>
        <p:txBody>
          <a:bodyPr>
            <a:normAutofit/>
          </a:bodyPr>
          <a:lstStyle/>
          <a:p>
            <a:r>
              <a:rPr lang="en-US" sz="6000" dirty="0"/>
              <a:t>Flyweight Design Pattern</a:t>
            </a:r>
          </a:p>
        </p:txBody>
      </p:sp>
    </p:spTree>
    <p:extLst>
      <p:ext uri="{BB962C8B-B14F-4D97-AF65-F5344CB8AC3E}">
        <p14:creationId xmlns:p14="http://schemas.microsoft.com/office/powerpoint/2010/main" val="2904657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C2713-0AB6-13A2-8D1A-071201627B44}"/>
              </a:ext>
            </a:extLst>
          </p:cNvPr>
          <p:cNvSpPr>
            <a:spLocks noGrp="1"/>
          </p:cNvSpPr>
          <p:nvPr>
            <p:ph type="title"/>
          </p:nvPr>
        </p:nvSpPr>
        <p:spPr/>
        <p:txBody>
          <a:bodyPr>
            <a:normAutofit fontScale="90000"/>
          </a:bodyPr>
          <a:lstStyle/>
          <a:p>
            <a:r>
              <a:rPr lang="en-US" sz="2000" dirty="0">
                <a:latin typeface="Calibri" panose="020F0502020204030204" pitchFamily="34" charset="0"/>
                <a:ea typeface="Calibri" panose="020F0502020204030204" pitchFamily="34" charset="0"/>
                <a:cs typeface="Calibri" panose="020F0502020204030204" pitchFamily="34" charset="0"/>
              </a:rPr>
              <a:t>The Flyweight design pattern is a structural pattern that aims to minimize memory usage and improve performance by sharing objects that have similar or identical states.</a:t>
            </a: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b="1"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When to use :</a:t>
            </a: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There is need to creating number objects that have common props with memory optimization.</a:t>
            </a: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b="1"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Concepts</a:t>
            </a:r>
            <a:r>
              <a:rPr lang="en-US" sz="2000" dirty="0">
                <a:solidFill>
                  <a:schemeClr val="accent6">
                    <a:lumMod val="75000"/>
                  </a:schemeClr>
                </a:solidFill>
                <a:latin typeface="Calibri" panose="020F0502020204030204" pitchFamily="34" charset="0"/>
                <a:ea typeface="Calibri" panose="020F0502020204030204" pitchFamily="34" charset="0"/>
                <a:cs typeface="Calibri" panose="020F0502020204030204" pitchFamily="34" charset="0"/>
              </a:rPr>
              <a:t>:</a:t>
            </a: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b="1" dirty="0">
                <a:solidFill>
                  <a:schemeClr val="accent2"/>
                </a:solidFill>
                <a:latin typeface="Calibri" panose="020F0502020204030204" pitchFamily="34" charset="0"/>
                <a:ea typeface="Calibri" panose="020F0502020204030204" pitchFamily="34" charset="0"/>
                <a:cs typeface="Calibri" panose="020F0502020204030204" pitchFamily="34" charset="0"/>
              </a:rPr>
              <a:t>Intrinsic state of an object: </a:t>
            </a:r>
            <a:r>
              <a:rPr lang="en-US" sz="2000" dirty="0">
                <a:latin typeface="Calibri" panose="020F0502020204030204" pitchFamily="34" charset="0"/>
                <a:ea typeface="Calibri" panose="020F0502020204030204" pitchFamily="34" charset="0"/>
                <a:cs typeface="Calibri" panose="020F0502020204030204" pitchFamily="34" charset="0"/>
              </a:rPr>
              <a:t>When object has same common properties, we say it is in intrinsic state or shared state.</a:t>
            </a: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b="1" dirty="0">
                <a:solidFill>
                  <a:schemeClr val="accent2"/>
                </a:solidFill>
                <a:latin typeface="Calibri" panose="020F0502020204030204" pitchFamily="34" charset="0"/>
                <a:ea typeface="Calibri" panose="020F0502020204030204" pitchFamily="34" charset="0"/>
                <a:cs typeface="Calibri" panose="020F0502020204030204" pitchFamily="34" charset="0"/>
              </a:rPr>
              <a:t>Extrinsic state of an object: </a:t>
            </a:r>
            <a:r>
              <a:rPr lang="en-US" sz="2000" dirty="0">
                <a:latin typeface="Calibri" panose="020F0502020204030204" pitchFamily="34" charset="0"/>
                <a:ea typeface="Calibri" panose="020F0502020204030204" pitchFamily="34" charset="0"/>
                <a:cs typeface="Calibri" panose="020F0502020204030204" pitchFamily="34" charset="0"/>
              </a:rPr>
              <a:t>This is the state where the object properties are different than common properties.</a:t>
            </a: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Since object creation is large numbers requires more memory, we will create object with common properties (intrinsic state) and while at run time we will change the properties if required( extrinsic state),</a:t>
            </a: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b="1">
                <a:solidFill>
                  <a:schemeClr val="accent2"/>
                </a:solidFill>
                <a:latin typeface="Calibri" panose="020F0502020204030204" pitchFamily="34" charset="0"/>
                <a:ea typeface="Calibri" panose="020F0502020204030204" pitchFamily="34" charset="0"/>
                <a:cs typeface="Calibri" panose="020F0502020204030204" pitchFamily="34" charset="0"/>
              </a:rPr>
            </a:br>
            <a:r>
              <a:rPr lang="en-US" sz="2000" b="1">
                <a:solidFill>
                  <a:schemeClr val="accent2"/>
                </a:solidFill>
                <a:latin typeface="Calibri" panose="020F0502020204030204" pitchFamily="34" charset="0"/>
                <a:ea typeface="Calibri" panose="020F0502020204030204" pitchFamily="34" charset="0"/>
                <a:cs typeface="Calibri" panose="020F0502020204030204" pitchFamily="34" charset="0"/>
              </a:rPr>
              <a:t>Components:</a:t>
            </a:r>
            <a:br>
              <a:rPr lang="en-US" sz="2000" b="1" dirty="0">
                <a:solidFill>
                  <a:schemeClr val="accent2"/>
                </a:solidFill>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 Flyweight interface</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 </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Concrete classes that implement Flyweight interface</a:t>
            </a: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Factory to manage objects of concrete classes</a:t>
            </a: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br>
              <a:rPr lang="en-US" sz="2000" dirty="0">
                <a:latin typeface="Calibri" panose="020F0502020204030204" pitchFamily="34" charset="0"/>
                <a:ea typeface="Calibri" panose="020F0502020204030204" pitchFamily="34" charset="0"/>
                <a:cs typeface="Calibri" panose="020F0502020204030204" pitchFamily="34" charset="0"/>
              </a:rPr>
            </a:b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65195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9375E2-DF15-5EB3-B636-BE86FE1F6FB9}"/>
              </a:ext>
            </a:extLst>
          </p:cNvPr>
          <p:cNvPicPr>
            <a:picLocks noChangeAspect="1"/>
          </p:cNvPicPr>
          <p:nvPr/>
        </p:nvPicPr>
        <p:blipFill>
          <a:blip r:embed="rId3"/>
          <a:stretch>
            <a:fillRect/>
          </a:stretch>
        </p:blipFill>
        <p:spPr>
          <a:xfrm>
            <a:off x="609011" y="4223133"/>
            <a:ext cx="4534132" cy="2515126"/>
          </a:xfrm>
          <a:prstGeom prst="rect">
            <a:avLst/>
          </a:prstGeom>
        </p:spPr>
      </p:pic>
      <p:pic>
        <p:nvPicPr>
          <p:cNvPr id="8" name="Picture 7">
            <a:extLst>
              <a:ext uri="{FF2B5EF4-FFF2-40B4-BE49-F238E27FC236}">
                <a16:creationId xmlns:a16="http://schemas.microsoft.com/office/drawing/2014/main" id="{E1207345-3BF0-3CA0-45E6-890EB4A27E8A}"/>
              </a:ext>
            </a:extLst>
          </p:cNvPr>
          <p:cNvPicPr>
            <a:picLocks noChangeAspect="1"/>
          </p:cNvPicPr>
          <p:nvPr/>
        </p:nvPicPr>
        <p:blipFill>
          <a:blip r:embed="rId4"/>
          <a:stretch>
            <a:fillRect/>
          </a:stretch>
        </p:blipFill>
        <p:spPr>
          <a:xfrm>
            <a:off x="609011" y="250121"/>
            <a:ext cx="4534133" cy="829117"/>
          </a:xfrm>
          <a:prstGeom prst="rect">
            <a:avLst/>
          </a:prstGeom>
        </p:spPr>
      </p:pic>
      <p:pic>
        <p:nvPicPr>
          <p:cNvPr id="10" name="Picture 9">
            <a:extLst>
              <a:ext uri="{FF2B5EF4-FFF2-40B4-BE49-F238E27FC236}">
                <a16:creationId xmlns:a16="http://schemas.microsoft.com/office/drawing/2014/main" id="{3B4E37A4-0307-5920-9B95-7F9B568F72FB}"/>
              </a:ext>
            </a:extLst>
          </p:cNvPr>
          <p:cNvPicPr>
            <a:picLocks noChangeAspect="1"/>
          </p:cNvPicPr>
          <p:nvPr/>
        </p:nvPicPr>
        <p:blipFill>
          <a:blip r:embed="rId5"/>
          <a:stretch>
            <a:fillRect/>
          </a:stretch>
        </p:blipFill>
        <p:spPr>
          <a:xfrm>
            <a:off x="5404602" y="1208314"/>
            <a:ext cx="6020109" cy="3135086"/>
          </a:xfrm>
          <a:prstGeom prst="rect">
            <a:avLst/>
          </a:prstGeom>
        </p:spPr>
      </p:pic>
      <p:pic>
        <p:nvPicPr>
          <p:cNvPr id="12" name="Picture 11">
            <a:extLst>
              <a:ext uri="{FF2B5EF4-FFF2-40B4-BE49-F238E27FC236}">
                <a16:creationId xmlns:a16="http://schemas.microsoft.com/office/drawing/2014/main" id="{98FB6386-80A7-B08F-DE48-27E05E73364C}"/>
              </a:ext>
            </a:extLst>
          </p:cNvPr>
          <p:cNvPicPr>
            <a:picLocks noChangeAspect="1"/>
          </p:cNvPicPr>
          <p:nvPr/>
        </p:nvPicPr>
        <p:blipFill>
          <a:blip r:embed="rId6"/>
          <a:stretch>
            <a:fillRect/>
          </a:stretch>
        </p:blipFill>
        <p:spPr>
          <a:xfrm>
            <a:off x="5404601" y="4462371"/>
            <a:ext cx="6020109" cy="2254366"/>
          </a:xfrm>
          <a:prstGeom prst="rect">
            <a:avLst/>
          </a:prstGeom>
        </p:spPr>
      </p:pic>
      <p:pic>
        <p:nvPicPr>
          <p:cNvPr id="14" name="Picture 13">
            <a:extLst>
              <a:ext uri="{FF2B5EF4-FFF2-40B4-BE49-F238E27FC236}">
                <a16:creationId xmlns:a16="http://schemas.microsoft.com/office/drawing/2014/main" id="{36E1FB73-9A1F-2D26-F93D-6CA23882E2E4}"/>
              </a:ext>
            </a:extLst>
          </p:cNvPr>
          <p:cNvPicPr>
            <a:picLocks noChangeAspect="1"/>
          </p:cNvPicPr>
          <p:nvPr/>
        </p:nvPicPr>
        <p:blipFill>
          <a:blip r:embed="rId7"/>
          <a:stretch>
            <a:fillRect/>
          </a:stretch>
        </p:blipFill>
        <p:spPr>
          <a:xfrm>
            <a:off x="5404601" y="250120"/>
            <a:ext cx="3782941" cy="829117"/>
          </a:xfrm>
          <a:prstGeom prst="rect">
            <a:avLst/>
          </a:prstGeom>
        </p:spPr>
      </p:pic>
      <p:pic>
        <p:nvPicPr>
          <p:cNvPr id="16" name="Picture 15">
            <a:extLst>
              <a:ext uri="{FF2B5EF4-FFF2-40B4-BE49-F238E27FC236}">
                <a16:creationId xmlns:a16="http://schemas.microsoft.com/office/drawing/2014/main" id="{E49AF451-7BC3-15C7-0CAD-0CDD001890E3}"/>
              </a:ext>
            </a:extLst>
          </p:cNvPr>
          <p:cNvPicPr>
            <a:picLocks noChangeAspect="1"/>
          </p:cNvPicPr>
          <p:nvPr/>
        </p:nvPicPr>
        <p:blipFill>
          <a:blip r:embed="rId8"/>
          <a:stretch>
            <a:fillRect/>
          </a:stretch>
        </p:blipFill>
        <p:spPr>
          <a:xfrm>
            <a:off x="609010" y="1332005"/>
            <a:ext cx="4534133" cy="2768742"/>
          </a:xfrm>
          <a:prstGeom prst="rect">
            <a:avLst/>
          </a:prstGeom>
        </p:spPr>
      </p:pic>
    </p:spTree>
    <p:extLst>
      <p:ext uri="{BB962C8B-B14F-4D97-AF65-F5344CB8AC3E}">
        <p14:creationId xmlns:p14="http://schemas.microsoft.com/office/powerpoint/2010/main" val="37578988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7CD39-B617-2220-6F19-A048049B974D}"/>
              </a:ext>
            </a:extLst>
          </p:cNvPr>
          <p:cNvSpPr>
            <a:spLocks noGrp="1"/>
          </p:cNvSpPr>
          <p:nvPr>
            <p:ph type="title"/>
          </p:nvPr>
        </p:nvSpPr>
        <p:spPr>
          <a:xfrm>
            <a:off x="659720" y="2885961"/>
            <a:ext cx="11090275" cy="1086077"/>
          </a:xfrm>
        </p:spPr>
        <p:txBody>
          <a:bodyPr>
            <a:normAutofit fontScale="90000"/>
          </a:bodyPr>
          <a:lstStyle/>
          <a:p>
            <a:r>
              <a:rPr lang="en-US" sz="7200" dirty="0"/>
              <a:t>Behavioral Design Pattern</a:t>
            </a:r>
          </a:p>
        </p:txBody>
      </p:sp>
    </p:spTree>
    <p:extLst>
      <p:ext uri="{BB962C8B-B14F-4D97-AF65-F5344CB8AC3E}">
        <p14:creationId xmlns:p14="http://schemas.microsoft.com/office/powerpoint/2010/main" val="859671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377B620-D08C-B9A3-E219-5CC1F16F991A}"/>
              </a:ext>
            </a:extLst>
          </p:cNvPr>
          <p:cNvSpPr>
            <a:spLocks noGrp="1"/>
          </p:cNvSpPr>
          <p:nvPr>
            <p:ph type="title"/>
          </p:nvPr>
        </p:nvSpPr>
        <p:spPr>
          <a:xfrm>
            <a:off x="550862" y="2636837"/>
            <a:ext cx="11090275" cy="1584325"/>
          </a:xfrm>
        </p:spPr>
        <p:txBody>
          <a:bodyPr/>
          <a:lstStyle/>
          <a:p>
            <a:r>
              <a:rPr lang="en-US" dirty="0"/>
              <a:t>Chain of Responsibility</a:t>
            </a:r>
          </a:p>
        </p:txBody>
      </p:sp>
    </p:spTree>
    <p:extLst>
      <p:ext uri="{BB962C8B-B14F-4D97-AF65-F5344CB8AC3E}">
        <p14:creationId xmlns:p14="http://schemas.microsoft.com/office/powerpoint/2010/main" val="653144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4D44CE0-246E-93F8-1EAC-9DAEA4F0BAAD}"/>
              </a:ext>
            </a:extLst>
          </p:cNvPr>
          <p:cNvSpPr>
            <a:spLocks noGrp="1"/>
          </p:cNvSpPr>
          <p:nvPr>
            <p:ph idx="1"/>
          </p:nvPr>
        </p:nvSpPr>
        <p:spPr>
          <a:xfrm>
            <a:off x="540000" y="435429"/>
            <a:ext cx="11101136" cy="5873295"/>
          </a:xfrm>
        </p:spPr>
        <p:txBody>
          <a:bodyPr/>
          <a:lstStyle/>
          <a:p>
            <a:r>
              <a:rPr lang="en-US" dirty="0"/>
              <a:t>Chain of Responsibility Pattern allows an object to send a request to other objects without knowing who is going to handle it.</a:t>
            </a:r>
          </a:p>
          <a:p>
            <a:r>
              <a:rPr lang="en-US" dirty="0"/>
              <a:t>This pattern is frequently used in the chain of multiple objects, where each object either handles the request or passes it on to the next object in the chain if it is unable to handle that request.</a:t>
            </a:r>
          </a:p>
          <a:p>
            <a:r>
              <a:rPr lang="en-US" b="1" dirty="0">
                <a:solidFill>
                  <a:schemeClr val="accent6">
                    <a:lumMod val="75000"/>
                  </a:schemeClr>
                </a:solidFill>
              </a:rPr>
              <a:t>Example: </a:t>
            </a:r>
            <a:r>
              <a:rPr lang="en-US" dirty="0"/>
              <a:t>lets take example of customer care,  have several level to handle the request based on criticality. If one person not able to solve, the request will be forwarded to next level and we exactly don’t know at which issue could be resolved. In this Chain of Responsibility Principle is used.</a:t>
            </a:r>
          </a:p>
          <a:p>
            <a:r>
              <a:rPr lang="en-US" dirty="0"/>
              <a:t>Simply put, when you have several handlers to handle the same request and you don’t know which handler handles it and you want decoupling between sender and handler.</a:t>
            </a:r>
          </a:p>
        </p:txBody>
      </p:sp>
    </p:spTree>
    <p:extLst>
      <p:ext uri="{BB962C8B-B14F-4D97-AF65-F5344CB8AC3E}">
        <p14:creationId xmlns:p14="http://schemas.microsoft.com/office/powerpoint/2010/main" val="2244764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DD1926-2060-37D8-FCE3-89D331218D16}"/>
              </a:ext>
            </a:extLst>
          </p:cNvPr>
          <p:cNvPicPr>
            <a:picLocks noChangeAspect="1"/>
          </p:cNvPicPr>
          <p:nvPr/>
        </p:nvPicPr>
        <p:blipFill>
          <a:blip r:embed="rId2"/>
          <a:stretch>
            <a:fillRect/>
          </a:stretch>
        </p:blipFill>
        <p:spPr>
          <a:xfrm>
            <a:off x="4379102" y="154650"/>
            <a:ext cx="2902099" cy="692186"/>
          </a:xfrm>
          <a:prstGeom prst="rect">
            <a:avLst/>
          </a:prstGeom>
        </p:spPr>
      </p:pic>
      <p:pic>
        <p:nvPicPr>
          <p:cNvPr id="7" name="Picture 6">
            <a:extLst>
              <a:ext uri="{FF2B5EF4-FFF2-40B4-BE49-F238E27FC236}">
                <a16:creationId xmlns:a16="http://schemas.microsoft.com/office/drawing/2014/main" id="{7006EE83-A690-329F-1675-D10734EEECE9}"/>
              </a:ext>
            </a:extLst>
          </p:cNvPr>
          <p:cNvPicPr>
            <a:picLocks noChangeAspect="1"/>
          </p:cNvPicPr>
          <p:nvPr/>
        </p:nvPicPr>
        <p:blipFill>
          <a:blip r:embed="rId3"/>
          <a:stretch>
            <a:fillRect/>
          </a:stretch>
        </p:blipFill>
        <p:spPr>
          <a:xfrm>
            <a:off x="8694041" y="1165600"/>
            <a:ext cx="3497959" cy="3302170"/>
          </a:xfrm>
          <a:prstGeom prst="rect">
            <a:avLst/>
          </a:prstGeom>
        </p:spPr>
      </p:pic>
      <p:pic>
        <p:nvPicPr>
          <p:cNvPr id="9" name="Picture 8">
            <a:extLst>
              <a:ext uri="{FF2B5EF4-FFF2-40B4-BE49-F238E27FC236}">
                <a16:creationId xmlns:a16="http://schemas.microsoft.com/office/drawing/2014/main" id="{152D39A0-2953-EAE5-C7A9-D202BF7E9449}"/>
              </a:ext>
            </a:extLst>
          </p:cNvPr>
          <p:cNvPicPr>
            <a:picLocks noChangeAspect="1"/>
          </p:cNvPicPr>
          <p:nvPr/>
        </p:nvPicPr>
        <p:blipFill>
          <a:blip r:embed="rId4"/>
          <a:stretch>
            <a:fillRect/>
          </a:stretch>
        </p:blipFill>
        <p:spPr>
          <a:xfrm>
            <a:off x="77539" y="1166505"/>
            <a:ext cx="4301563" cy="3238666"/>
          </a:xfrm>
          <a:prstGeom prst="rect">
            <a:avLst/>
          </a:prstGeom>
        </p:spPr>
      </p:pic>
      <p:pic>
        <p:nvPicPr>
          <p:cNvPr id="11" name="Picture 10">
            <a:extLst>
              <a:ext uri="{FF2B5EF4-FFF2-40B4-BE49-F238E27FC236}">
                <a16:creationId xmlns:a16="http://schemas.microsoft.com/office/drawing/2014/main" id="{16DF4F08-F2B0-3B04-9743-A9044E087EEB}"/>
              </a:ext>
            </a:extLst>
          </p:cNvPr>
          <p:cNvPicPr>
            <a:picLocks noChangeAspect="1"/>
          </p:cNvPicPr>
          <p:nvPr/>
        </p:nvPicPr>
        <p:blipFill>
          <a:blip r:embed="rId5"/>
          <a:stretch>
            <a:fillRect/>
          </a:stretch>
        </p:blipFill>
        <p:spPr>
          <a:xfrm>
            <a:off x="4542514" y="1165600"/>
            <a:ext cx="4029654" cy="3302170"/>
          </a:xfrm>
          <a:prstGeom prst="rect">
            <a:avLst/>
          </a:prstGeom>
        </p:spPr>
      </p:pic>
      <p:pic>
        <p:nvPicPr>
          <p:cNvPr id="13" name="Picture 12">
            <a:extLst>
              <a:ext uri="{FF2B5EF4-FFF2-40B4-BE49-F238E27FC236}">
                <a16:creationId xmlns:a16="http://schemas.microsoft.com/office/drawing/2014/main" id="{EA9E2B2C-863C-B312-87BF-F15FE03AA303}"/>
              </a:ext>
            </a:extLst>
          </p:cNvPr>
          <p:cNvPicPr>
            <a:picLocks noChangeAspect="1"/>
          </p:cNvPicPr>
          <p:nvPr/>
        </p:nvPicPr>
        <p:blipFill>
          <a:blip r:embed="rId6"/>
          <a:stretch>
            <a:fillRect/>
          </a:stretch>
        </p:blipFill>
        <p:spPr>
          <a:xfrm>
            <a:off x="66932" y="4540741"/>
            <a:ext cx="5571868" cy="2162610"/>
          </a:xfrm>
          <a:prstGeom prst="rect">
            <a:avLst/>
          </a:prstGeom>
        </p:spPr>
      </p:pic>
      <p:pic>
        <p:nvPicPr>
          <p:cNvPr id="17" name="Picture 16">
            <a:extLst>
              <a:ext uri="{FF2B5EF4-FFF2-40B4-BE49-F238E27FC236}">
                <a16:creationId xmlns:a16="http://schemas.microsoft.com/office/drawing/2014/main" id="{AC0891FA-6F53-B377-75CA-703CEC76A778}"/>
              </a:ext>
            </a:extLst>
          </p:cNvPr>
          <p:cNvPicPr>
            <a:picLocks noChangeAspect="1"/>
          </p:cNvPicPr>
          <p:nvPr/>
        </p:nvPicPr>
        <p:blipFill>
          <a:blip r:embed="rId7"/>
          <a:stretch>
            <a:fillRect/>
          </a:stretch>
        </p:blipFill>
        <p:spPr>
          <a:xfrm>
            <a:off x="8773886" y="4574743"/>
            <a:ext cx="2524639" cy="2161780"/>
          </a:xfrm>
          <a:prstGeom prst="rect">
            <a:avLst/>
          </a:prstGeom>
        </p:spPr>
      </p:pic>
      <p:pic>
        <p:nvPicPr>
          <p:cNvPr id="19" name="Picture 18">
            <a:extLst>
              <a:ext uri="{FF2B5EF4-FFF2-40B4-BE49-F238E27FC236}">
                <a16:creationId xmlns:a16="http://schemas.microsoft.com/office/drawing/2014/main" id="{B2897ACB-974D-DA2D-F94B-DA6B8DF06686}"/>
              </a:ext>
            </a:extLst>
          </p:cNvPr>
          <p:cNvPicPr>
            <a:picLocks noChangeAspect="1"/>
          </p:cNvPicPr>
          <p:nvPr/>
        </p:nvPicPr>
        <p:blipFill>
          <a:blip r:embed="rId8"/>
          <a:stretch>
            <a:fillRect/>
          </a:stretch>
        </p:blipFill>
        <p:spPr>
          <a:xfrm>
            <a:off x="5830151" y="4573913"/>
            <a:ext cx="2673487" cy="2162609"/>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9">
            <p14:nvContentPartPr>
              <p14:cNvPr id="20" name="Ink 19">
                <a:extLst>
                  <a:ext uri="{FF2B5EF4-FFF2-40B4-BE49-F238E27FC236}">
                    <a16:creationId xmlns:a16="http://schemas.microsoft.com/office/drawing/2014/main" id="{0D513FE8-6725-94A5-0E2D-B692064C76CF}"/>
                  </a:ext>
                </a:extLst>
              </p14:cNvPr>
              <p14:cNvContentPartPr/>
              <p14:nvPr/>
            </p14:nvContentPartPr>
            <p14:xfrm>
              <a:off x="3826611" y="826800"/>
              <a:ext cx="779400" cy="466200"/>
            </p14:xfrm>
          </p:contentPart>
        </mc:Choice>
        <mc:Fallback xmlns="">
          <p:pic>
            <p:nvPicPr>
              <p:cNvPr id="20" name="Ink 19">
                <a:extLst>
                  <a:ext uri="{FF2B5EF4-FFF2-40B4-BE49-F238E27FC236}">
                    <a16:creationId xmlns:a16="http://schemas.microsoft.com/office/drawing/2014/main" id="{0D513FE8-6725-94A5-0E2D-B692064C76CF}"/>
                  </a:ext>
                </a:extLst>
              </p:cNvPr>
              <p:cNvPicPr/>
              <p:nvPr/>
            </p:nvPicPr>
            <p:blipFill>
              <a:blip r:embed="rId10"/>
              <a:stretch>
                <a:fillRect/>
              </a:stretch>
            </p:blipFill>
            <p:spPr>
              <a:xfrm>
                <a:off x="3817611" y="818160"/>
                <a:ext cx="797040" cy="483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21" name="Ink 20">
                <a:extLst>
                  <a:ext uri="{FF2B5EF4-FFF2-40B4-BE49-F238E27FC236}">
                    <a16:creationId xmlns:a16="http://schemas.microsoft.com/office/drawing/2014/main" id="{2C01647F-AE29-469B-4336-2EA245D6F4C8}"/>
                  </a:ext>
                </a:extLst>
              </p14:cNvPr>
              <p14:cNvContentPartPr/>
              <p14:nvPr/>
            </p14:nvContentPartPr>
            <p14:xfrm>
              <a:off x="7270731" y="630960"/>
              <a:ext cx="2517840" cy="522000"/>
            </p14:xfrm>
          </p:contentPart>
        </mc:Choice>
        <mc:Fallback xmlns="">
          <p:pic>
            <p:nvPicPr>
              <p:cNvPr id="21" name="Ink 20">
                <a:extLst>
                  <a:ext uri="{FF2B5EF4-FFF2-40B4-BE49-F238E27FC236}">
                    <a16:creationId xmlns:a16="http://schemas.microsoft.com/office/drawing/2014/main" id="{2C01647F-AE29-469B-4336-2EA245D6F4C8}"/>
                  </a:ext>
                </a:extLst>
              </p:cNvPr>
              <p:cNvPicPr/>
              <p:nvPr/>
            </p:nvPicPr>
            <p:blipFill>
              <a:blip r:embed="rId12"/>
              <a:stretch>
                <a:fillRect/>
              </a:stretch>
            </p:blipFill>
            <p:spPr>
              <a:xfrm>
                <a:off x="7261731" y="621960"/>
                <a:ext cx="2535480" cy="539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22" name="Ink 21">
                <a:extLst>
                  <a:ext uri="{FF2B5EF4-FFF2-40B4-BE49-F238E27FC236}">
                    <a16:creationId xmlns:a16="http://schemas.microsoft.com/office/drawing/2014/main" id="{D1ABA639-67D5-FCA6-FAD9-0694BEE9F772}"/>
                  </a:ext>
                </a:extLst>
              </p14:cNvPr>
              <p14:cNvContentPartPr/>
              <p14:nvPr/>
            </p14:nvContentPartPr>
            <p14:xfrm>
              <a:off x="5867091" y="800880"/>
              <a:ext cx="294120" cy="420480"/>
            </p14:xfrm>
          </p:contentPart>
        </mc:Choice>
        <mc:Fallback xmlns="">
          <p:pic>
            <p:nvPicPr>
              <p:cNvPr id="22" name="Ink 21">
                <a:extLst>
                  <a:ext uri="{FF2B5EF4-FFF2-40B4-BE49-F238E27FC236}">
                    <a16:creationId xmlns:a16="http://schemas.microsoft.com/office/drawing/2014/main" id="{D1ABA639-67D5-FCA6-FAD9-0694BEE9F772}"/>
                  </a:ext>
                </a:extLst>
              </p:cNvPr>
              <p:cNvPicPr/>
              <p:nvPr/>
            </p:nvPicPr>
            <p:blipFill>
              <a:blip r:embed="rId14"/>
              <a:stretch>
                <a:fillRect/>
              </a:stretch>
            </p:blipFill>
            <p:spPr>
              <a:xfrm>
                <a:off x="5858091" y="791880"/>
                <a:ext cx="311760" cy="438120"/>
              </a:xfrm>
              <a:prstGeom prst="rect">
                <a:avLst/>
              </a:prstGeom>
            </p:spPr>
          </p:pic>
        </mc:Fallback>
      </mc:AlternateContent>
    </p:spTree>
    <p:extLst>
      <p:ext uri="{BB962C8B-B14F-4D97-AF65-F5344CB8AC3E}">
        <p14:creationId xmlns:p14="http://schemas.microsoft.com/office/powerpoint/2010/main" val="2503187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DEF65-ED43-1281-50F7-A265F78D3C8B}"/>
              </a:ext>
            </a:extLst>
          </p:cNvPr>
          <p:cNvSpPr>
            <a:spLocks noGrp="1"/>
          </p:cNvSpPr>
          <p:nvPr>
            <p:ph type="title"/>
          </p:nvPr>
        </p:nvSpPr>
        <p:spPr>
          <a:xfrm>
            <a:off x="986291" y="2280104"/>
            <a:ext cx="11090275" cy="2063295"/>
          </a:xfrm>
        </p:spPr>
        <p:txBody>
          <a:bodyPr>
            <a:normAutofit/>
          </a:bodyPr>
          <a:lstStyle/>
          <a:p>
            <a:r>
              <a:rPr lang="en-US" sz="6600" dirty="0"/>
              <a:t>Command Design Pattern</a:t>
            </a:r>
          </a:p>
        </p:txBody>
      </p:sp>
    </p:spTree>
    <p:extLst>
      <p:ext uri="{BB962C8B-B14F-4D97-AF65-F5344CB8AC3E}">
        <p14:creationId xmlns:p14="http://schemas.microsoft.com/office/powerpoint/2010/main" val="3836116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CF79E1C-D584-3032-5274-CB412FAAACA7}"/>
              </a:ext>
            </a:extLst>
          </p:cNvPr>
          <p:cNvSpPr>
            <a:spLocks noGrp="1"/>
          </p:cNvSpPr>
          <p:nvPr>
            <p:ph idx="1"/>
          </p:nvPr>
        </p:nvSpPr>
        <p:spPr>
          <a:xfrm>
            <a:off x="540000" y="544287"/>
            <a:ext cx="11101136" cy="5764438"/>
          </a:xfrm>
        </p:spPr>
        <p:txBody>
          <a:bodyPr>
            <a:normAutofit fontScale="85000" lnSpcReduction="10000"/>
          </a:bodyPr>
          <a:lstStyle/>
          <a:p>
            <a:pPr algn="l" fontAlgn="base">
              <a:spcAft>
                <a:spcPts val="1800"/>
              </a:spcAft>
              <a:buFont typeface="Arial" panose="020B0604020202020204" pitchFamily="34" charset="0"/>
              <a:buChar char="•"/>
            </a:pPr>
            <a:r>
              <a:rPr lang="en-US" b="0" i="0" dirty="0">
                <a:effectLst/>
                <a:latin typeface="Nunito" pitchFamily="2" charset="0"/>
              </a:rPr>
              <a:t>The Command Pattern encapsulates a request as an object, allowing for the separation of sender and receiver.</a:t>
            </a:r>
          </a:p>
          <a:p>
            <a:pPr algn="l" fontAlgn="base">
              <a:spcAft>
                <a:spcPts val="1800"/>
              </a:spcAft>
              <a:buFont typeface="Arial" panose="020B0604020202020204" pitchFamily="34" charset="0"/>
              <a:buChar char="•"/>
            </a:pPr>
            <a:r>
              <a:rPr lang="en-US" b="0" i="0" dirty="0">
                <a:effectLst/>
                <a:latin typeface="Nunito" pitchFamily="2" charset="0"/>
              </a:rPr>
              <a:t>Commands can be parameterized, meaning you can create different commands with different parameters without changing the invoker.</a:t>
            </a:r>
          </a:p>
          <a:p>
            <a:pPr algn="l" fontAlgn="base">
              <a:spcAft>
                <a:spcPts val="1800"/>
              </a:spcAft>
              <a:buFont typeface="Arial" panose="020B0604020202020204" pitchFamily="34" charset="0"/>
              <a:buChar char="•"/>
            </a:pPr>
            <a:r>
              <a:rPr lang="en-US" b="0" i="0" dirty="0">
                <a:effectLst/>
                <a:latin typeface="Nunito" pitchFamily="2" charset="0"/>
              </a:rPr>
              <a:t>It decouples the sender from the receiver, providing flexibility and extensibility.</a:t>
            </a:r>
          </a:p>
          <a:p>
            <a:pPr algn="l" fontAlgn="base">
              <a:spcAft>
                <a:spcPts val="1800"/>
              </a:spcAft>
              <a:buFont typeface="Arial" panose="020B0604020202020204" pitchFamily="34" charset="0"/>
              <a:buChar char="•"/>
            </a:pPr>
            <a:r>
              <a:rPr lang="en-US" b="0" i="0" dirty="0">
                <a:effectLst/>
                <a:latin typeface="Nunito" pitchFamily="2" charset="0"/>
              </a:rPr>
              <a:t>The pattern supports undoable operations by storing the state or reverse commands.</a:t>
            </a:r>
          </a:p>
          <a:p>
            <a:pPr marL="0" indent="0" algn="l" fontAlgn="base">
              <a:spcAft>
                <a:spcPts val="1800"/>
              </a:spcAft>
              <a:buNone/>
            </a:pPr>
            <a:r>
              <a:rPr lang="en-US" dirty="0">
                <a:latin typeface="Nunito" pitchFamily="2" charset="0"/>
              </a:rPr>
              <a:t>Components:</a:t>
            </a:r>
          </a:p>
          <a:p>
            <a:pPr marL="342900" indent="-342900" algn="l" fontAlgn="base">
              <a:spcAft>
                <a:spcPts val="1800"/>
              </a:spcAft>
              <a:buAutoNum type="arabicPeriod"/>
            </a:pPr>
            <a:r>
              <a:rPr lang="en-US" dirty="0">
                <a:latin typeface="Nunito" pitchFamily="2" charset="0"/>
              </a:rPr>
              <a:t>Command (I) : It sets the contract for all command. It contains execute() or any which is to execute the command.</a:t>
            </a:r>
          </a:p>
          <a:p>
            <a:pPr marL="342900" indent="-342900" algn="l" fontAlgn="base">
              <a:spcAft>
                <a:spcPts val="1800"/>
              </a:spcAft>
              <a:buAutoNum type="arabicPeriod"/>
            </a:pPr>
            <a:r>
              <a:rPr lang="en-US" b="0" i="0" dirty="0">
                <a:effectLst/>
                <a:latin typeface="Nunito" pitchFamily="2" charset="0"/>
              </a:rPr>
              <a:t>.Receiver(I): it defines the type of actions that system performs or supports. It is implemented by concrete classes.</a:t>
            </a:r>
          </a:p>
          <a:p>
            <a:pPr marL="342900" indent="-342900" algn="l" fontAlgn="base">
              <a:spcAft>
                <a:spcPts val="1800"/>
              </a:spcAft>
              <a:buAutoNum type="arabicPeriod"/>
            </a:pPr>
            <a:r>
              <a:rPr lang="en-US" b="0" i="0" dirty="0">
                <a:effectLst/>
                <a:latin typeface="Nunito" pitchFamily="2" charset="0"/>
              </a:rPr>
              <a:t>Invoker(I): It holds the reference of command and executes the command. (invokes execute())</a:t>
            </a:r>
          </a:p>
          <a:p>
            <a:pPr marL="342900" indent="-342900" algn="l" fontAlgn="base">
              <a:spcAft>
                <a:spcPts val="1800"/>
              </a:spcAft>
              <a:buAutoNum type="arabicPeriod"/>
            </a:pPr>
            <a:endParaRPr lang="en-US" b="0" i="0" dirty="0">
              <a:effectLst/>
              <a:latin typeface="Nunito" pitchFamily="2" charset="0"/>
            </a:endParaRPr>
          </a:p>
          <a:p>
            <a:pPr marL="342900" indent="-342900" algn="l" fontAlgn="base">
              <a:spcAft>
                <a:spcPts val="1800"/>
              </a:spcAft>
              <a:buAutoNum type="arabicPeriod"/>
            </a:pPr>
            <a:endParaRPr lang="en-US" b="0" i="0" dirty="0">
              <a:effectLst/>
              <a:latin typeface="Nunito" pitchFamily="2" charset="0"/>
            </a:endParaRPr>
          </a:p>
          <a:p>
            <a:endParaRPr lang="en-US" dirty="0"/>
          </a:p>
        </p:txBody>
      </p:sp>
    </p:spTree>
    <p:extLst>
      <p:ext uri="{BB962C8B-B14F-4D97-AF65-F5344CB8AC3E}">
        <p14:creationId xmlns:p14="http://schemas.microsoft.com/office/powerpoint/2010/main" val="3714840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FE0E39-6AFC-48CE-9DDA-8B6965FD2A43}"/>
              </a:ext>
            </a:extLst>
          </p:cNvPr>
          <p:cNvPicPr>
            <a:picLocks noChangeAspect="1"/>
          </p:cNvPicPr>
          <p:nvPr/>
        </p:nvPicPr>
        <p:blipFill>
          <a:blip r:embed="rId2"/>
          <a:stretch>
            <a:fillRect/>
          </a:stretch>
        </p:blipFill>
        <p:spPr>
          <a:xfrm>
            <a:off x="7640052" y="1994226"/>
            <a:ext cx="3853753" cy="2597282"/>
          </a:xfrm>
          <a:prstGeom prst="rect">
            <a:avLst/>
          </a:prstGeom>
        </p:spPr>
      </p:pic>
      <p:pic>
        <p:nvPicPr>
          <p:cNvPr id="8" name="Picture 7">
            <a:extLst>
              <a:ext uri="{FF2B5EF4-FFF2-40B4-BE49-F238E27FC236}">
                <a16:creationId xmlns:a16="http://schemas.microsoft.com/office/drawing/2014/main" id="{42231E27-5433-FE6D-BF60-FC354DE81C8B}"/>
              </a:ext>
            </a:extLst>
          </p:cNvPr>
          <p:cNvPicPr>
            <a:picLocks noChangeAspect="1"/>
          </p:cNvPicPr>
          <p:nvPr/>
        </p:nvPicPr>
        <p:blipFill>
          <a:blip r:embed="rId3"/>
          <a:stretch>
            <a:fillRect/>
          </a:stretch>
        </p:blipFill>
        <p:spPr>
          <a:xfrm>
            <a:off x="2429127" y="274283"/>
            <a:ext cx="2978303" cy="539778"/>
          </a:xfrm>
          <a:prstGeom prst="rect">
            <a:avLst/>
          </a:prstGeom>
        </p:spPr>
      </p:pic>
      <p:pic>
        <p:nvPicPr>
          <p:cNvPr id="10" name="Picture 9">
            <a:extLst>
              <a:ext uri="{FF2B5EF4-FFF2-40B4-BE49-F238E27FC236}">
                <a16:creationId xmlns:a16="http://schemas.microsoft.com/office/drawing/2014/main" id="{F99C2310-E5F2-015C-6006-1D1F98D9CD70}"/>
              </a:ext>
            </a:extLst>
          </p:cNvPr>
          <p:cNvPicPr>
            <a:picLocks noChangeAspect="1"/>
          </p:cNvPicPr>
          <p:nvPr/>
        </p:nvPicPr>
        <p:blipFill>
          <a:blip r:embed="rId4"/>
          <a:stretch>
            <a:fillRect/>
          </a:stretch>
        </p:blipFill>
        <p:spPr>
          <a:xfrm>
            <a:off x="459386" y="4484914"/>
            <a:ext cx="2142296" cy="2373086"/>
          </a:xfrm>
          <a:prstGeom prst="rect">
            <a:avLst/>
          </a:prstGeom>
        </p:spPr>
      </p:pic>
      <p:pic>
        <p:nvPicPr>
          <p:cNvPr id="12" name="Picture 11">
            <a:extLst>
              <a:ext uri="{FF2B5EF4-FFF2-40B4-BE49-F238E27FC236}">
                <a16:creationId xmlns:a16="http://schemas.microsoft.com/office/drawing/2014/main" id="{08A7C414-1142-4E24-DD36-9926F6110982}"/>
              </a:ext>
            </a:extLst>
          </p:cNvPr>
          <p:cNvPicPr>
            <a:picLocks noChangeAspect="1"/>
          </p:cNvPicPr>
          <p:nvPr/>
        </p:nvPicPr>
        <p:blipFill>
          <a:blip r:embed="rId5"/>
          <a:stretch>
            <a:fillRect/>
          </a:stretch>
        </p:blipFill>
        <p:spPr>
          <a:xfrm>
            <a:off x="4158408" y="4484914"/>
            <a:ext cx="2286077" cy="2451653"/>
          </a:xfrm>
          <a:prstGeom prst="rect">
            <a:avLst/>
          </a:prstGeom>
        </p:spPr>
      </p:pic>
      <p:pic>
        <p:nvPicPr>
          <p:cNvPr id="14" name="Picture 13">
            <a:extLst>
              <a:ext uri="{FF2B5EF4-FFF2-40B4-BE49-F238E27FC236}">
                <a16:creationId xmlns:a16="http://schemas.microsoft.com/office/drawing/2014/main" id="{EBDB7D3E-71AF-4317-4F22-7B0CD5A14AD2}"/>
              </a:ext>
            </a:extLst>
          </p:cNvPr>
          <p:cNvPicPr>
            <a:picLocks noChangeAspect="1"/>
          </p:cNvPicPr>
          <p:nvPr/>
        </p:nvPicPr>
        <p:blipFill>
          <a:blip r:embed="rId6"/>
          <a:stretch>
            <a:fillRect/>
          </a:stretch>
        </p:blipFill>
        <p:spPr>
          <a:xfrm>
            <a:off x="304695" y="1220074"/>
            <a:ext cx="2978304" cy="1282766"/>
          </a:xfrm>
          <a:prstGeom prst="rect">
            <a:avLst/>
          </a:prstGeom>
        </p:spPr>
      </p:pic>
      <p:pic>
        <p:nvPicPr>
          <p:cNvPr id="16" name="Picture 15">
            <a:extLst>
              <a:ext uri="{FF2B5EF4-FFF2-40B4-BE49-F238E27FC236}">
                <a16:creationId xmlns:a16="http://schemas.microsoft.com/office/drawing/2014/main" id="{1E5FA002-92C1-D93B-23FF-7C0DCB0E9776}"/>
              </a:ext>
            </a:extLst>
          </p:cNvPr>
          <p:cNvPicPr>
            <a:picLocks noChangeAspect="1"/>
          </p:cNvPicPr>
          <p:nvPr/>
        </p:nvPicPr>
        <p:blipFill>
          <a:blip r:embed="rId7"/>
          <a:stretch>
            <a:fillRect/>
          </a:stretch>
        </p:blipFill>
        <p:spPr>
          <a:xfrm>
            <a:off x="3739147" y="1220074"/>
            <a:ext cx="3336567" cy="1282766"/>
          </a:xfrm>
          <a:prstGeom prst="rect">
            <a:avLst/>
          </a:prstGeom>
        </p:spPr>
      </p:pic>
      <p:pic>
        <p:nvPicPr>
          <p:cNvPr id="18" name="Picture 17">
            <a:extLst>
              <a:ext uri="{FF2B5EF4-FFF2-40B4-BE49-F238E27FC236}">
                <a16:creationId xmlns:a16="http://schemas.microsoft.com/office/drawing/2014/main" id="{2EF50958-88F4-AA3A-2D48-EB34F79C191D}"/>
              </a:ext>
            </a:extLst>
          </p:cNvPr>
          <p:cNvPicPr>
            <a:picLocks noChangeAspect="1"/>
          </p:cNvPicPr>
          <p:nvPr/>
        </p:nvPicPr>
        <p:blipFill>
          <a:blip r:embed="rId8"/>
          <a:stretch>
            <a:fillRect/>
          </a:stretch>
        </p:blipFill>
        <p:spPr>
          <a:xfrm>
            <a:off x="2429127" y="2796135"/>
            <a:ext cx="2406774" cy="1473276"/>
          </a:xfrm>
          <a:prstGeom prst="rect">
            <a:avLst/>
          </a:prstGeom>
        </p:spPr>
      </p:pic>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33A2CE0C-F9DB-50DA-C4CF-792C228E6D6C}"/>
                  </a:ext>
                </a:extLst>
              </p14:cNvPr>
              <p14:cNvContentPartPr/>
              <p14:nvPr/>
            </p14:nvContentPartPr>
            <p14:xfrm>
              <a:off x="8359783" y="3798686"/>
              <a:ext cx="360" cy="360"/>
            </p14:xfrm>
          </p:contentPart>
        </mc:Choice>
        <mc:Fallback xmlns="">
          <p:pic>
            <p:nvPicPr>
              <p:cNvPr id="19" name="Ink 18">
                <a:extLst>
                  <a:ext uri="{FF2B5EF4-FFF2-40B4-BE49-F238E27FC236}">
                    <a16:creationId xmlns:a16="http://schemas.microsoft.com/office/drawing/2014/main" id="{33A2CE0C-F9DB-50DA-C4CF-792C228E6D6C}"/>
                  </a:ext>
                </a:extLst>
              </p:cNvPr>
              <p:cNvPicPr/>
              <p:nvPr/>
            </p:nvPicPr>
            <p:blipFill>
              <a:blip r:embed="rId10"/>
              <a:stretch>
                <a:fillRect/>
              </a:stretch>
            </p:blipFill>
            <p:spPr>
              <a:xfrm>
                <a:off x="8353663" y="379256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C0EBD170-3CAC-987E-3213-E0D6DEFC77C3}"/>
                  </a:ext>
                </a:extLst>
              </p14:cNvPr>
              <p14:cNvContentPartPr/>
              <p14:nvPr/>
            </p14:nvContentPartPr>
            <p14:xfrm>
              <a:off x="8344303" y="3776006"/>
              <a:ext cx="913680" cy="101880"/>
            </p14:xfrm>
          </p:contentPart>
        </mc:Choice>
        <mc:Fallback xmlns="">
          <p:pic>
            <p:nvPicPr>
              <p:cNvPr id="20" name="Ink 19">
                <a:extLst>
                  <a:ext uri="{FF2B5EF4-FFF2-40B4-BE49-F238E27FC236}">
                    <a16:creationId xmlns:a16="http://schemas.microsoft.com/office/drawing/2014/main" id="{C0EBD170-3CAC-987E-3213-E0D6DEFC77C3}"/>
                  </a:ext>
                </a:extLst>
              </p:cNvPr>
              <p:cNvPicPr/>
              <p:nvPr/>
            </p:nvPicPr>
            <p:blipFill>
              <a:blip r:embed="rId12"/>
              <a:stretch>
                <a:fillRect/>
              </a:stretch>
            </p:blipFill>
            <p:spPr>
              <a:xfrm>
                <a:off x="8338183" y="3769886"/>
                <a:ext cx="925920" cy="114120"/>
              </a:xfrm>
              <a:prstGeom prst="rect">
                <a:avLst/>
              </a:prstGeom>
            </p:spPr>
          </p:pic>
        </mc:Fallback>
      </mc:AlternateContent>
    </p:spTree>
    <p:extLst>
      <p:ext uri="{BB962C8B-B14F-4D97-AF65-F5344CB8AC3E}">
        <p14:creationId xmlns:p14="http://schemas.microsoft.com/office/powerpoint/2010/main" val="3314109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34778-7220-3C49-67DF-6FE8D8CD0665}"/>
              </a:ext>
            </a:extLst>
          </p:cNvPr>
          <p:cNvSpPr>
            <a:spLocks noGrp="1"/>
          </p:cNvSpPr>
          <p:nvPr>
            <p:ph type="title"/>
          </p:nvPr>
        </p:nvSpPr>
        <p:spPr>
          <a:xfrm>
            <a:off x="648835" y="2569030"/>
            <a:ext cx="11090275" cy="1425667"/>
          </a:xfrm>
        </p:spPr>
        <p:txBody>
          <a:bodyPr>
            <a:normAutofit fontScale="90000"/>
          </a:bodyPr>
          <a:lstStyle/>
          <a:p>
            <a:r>
              <a:rPr lang="en-US" dirty="0"/>
              <a:t>Observer Design Pattern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0298FC5-E568-E2B2-16D2-2BEE6B43FEB9}"/>
                  </a:ext>
                </a:extLst>
              </p14:cNvPr>
              <p14:cNvContentPartPr/>
              <p14:nvPr/>
            </p14:nvContentPartPr>
            <p14:xfrm>
              <a:off x="10617480" y="1839686"/>
              <a:ext cx="27360" cy="360"/>
            </p14:xfrm>
          </p:contentPart>
        </mc:Choice>
        <mc:Fallback xmlns="">
          <p:pic>
            <p:nvPicPr>
              <p:cNvPr id="3" name="Ink 2">
                <a:extLst>
                  <a:ext uri="{FF2B5EF4-FFF2-40B4-BE49-F238E27FC236}">
                    <a16:creationId xmlns:a16="http://schemas.microsoft.com/office/drawing/2014/main" id="{E0298FC5-E568-E2B2-16D2-2BEE6B43FEB9}"/>
                  </a:ext>
                </a:extLst>
              </p:cNvPr>
              <p:cNvPicPr/>
              <p:nvPr/>
            </p:nvPicPr>
            <p:blipFill>
              <a:blip r:embed="rId3"/>
              <a:stretch>
                <a:fillRect/>
              </a:stretch>
            </p:blipFill>
            <p:spPr>
              <a:xfrm>
                <a:off x="10611360" y="1833566"/>
                <a:ext cx="39600" cy="12600"/>
              </a:xfrm>
              <a:prstGeom prst="rect">
                <a:avLst/>
              </a:prstGeom>
            </p:spPr>
          </p:pic>
        </mc:Fallback>
      </mc:AlternateContent>
    </p:spTree>
    <p:extLst>
      <p:ext uri="{BB962C8B-B14F-4D97-AF65-F5344CB8AC3E}">
        <p14:creationId xmlns:p14="http://schemas.microsoft.com/office/powerpoint/2010/main" val="19163032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B0A4BB5-939E-17AF-4FF8-CC96C4E40257}"/>
              </a:ext>
            </a:extLst>
          </p:cNvPr>
          <p:cNvSpPr>
            <a:spLocks noGrp="1"/>
          </p:cNvSpPr>
          <p:nvPr>
            <p:ph type="title"/>
          </p:nvPr>
        </p:nvSpPr>
        <p:spPr/>
        <p:txBody>
          <a:bodyPr>
            <a:normAutofit/>
          </a:bodyPr>
          <a:lstStyle/>
          <a:p>
            <a:r>
              <a:rPr lang="en-US" sz="1800" dirty="0">
                <a:latin typeface="Avenir Next LT Pro (Body)"/>
              </a:rPr>
              <a:t>The Observer Design Pattern is a behavioral design pattern that defines a one-to-many dependency between objects. When </a:t>
            </a:r>
            <a:r>
              <a:rPr lang="en-US" sz="1800" dirty="0">
                <a:solidFill>
                  <a:schemeClr val="accent1"/>
                </a:solidFill>
                <a:latin typeface="Avenir Next LT Pro (Body)"/>
              </a:rPr>
              <a:t>one object (the subject) changes state, all its dependents (observers) are notified and updated automatically.</a:t>
            </a:r>
            <a:br>
              <a:rPr lang="en-US" sz="1800" dirty="0">
                <a:solidFill>
                  <a:schemeClr val="accent1"/>
                </a:solidFill>
                <a:latin typeface="Avenir Next LT Pro (Body)"/>
              </a:rPr>
            </a:br>
            <a:br>
              <a:rPr lang="en-US" sz="1800" dirty="0">
                <a:solidFill>
                  <a:schemeClr val="accent1"/>
                </a:solidFill>
                <a:latin typeface="Avenir Next LT Pro (Body)"/>
              </a:rPr>
            </a:br>
            <a:r>
              <a:rPr lang="en-US" sz="1800" b="1" u="sng" dirty="0">
                <a:solidFill>
                  <a:schemeClr val="accent1"/>
                </a:solidFill>
                <a:latin typeface="Avenir Next LT Pro (Body)"/>
              </a:rPr>
              <a:t>Components:</a:t>
            </a:r>
            <a:br>
              <a:rPr lang="en-US" sz="1800" b="1" u="sng" dirty="0">
                <a:solidFill>
                  <a:schemeClr val="accent1"/>
                </a:solidFill>
                <a:latin typeface="Avenir Next LT Pro (Body)"/>
              </a:rPr>
            </a:br>
            <a:br>
              <a:rPr lang="en-US" sz="1800" b="1" dirty="0">
                <a:latin typeface="Avenir Next LT Pro (Body)"/>
              </a:rPr>
            </a:br>
            <a:r>
              <a:rPr lang="en-US" sz="1800" b="1" dirty="0">
                <a:latin typeface="Avenir Next LT Pro (Body)"/>
              </a:rPr>
              <a:t>Observer is an interface which defines the contract that every concrete observer has to implement. </a:t>
            </a:r>
            <a:br>
              <a:rPr lang="en-US" sz="1800" b="1" dirty="0">
                <a:latin typeface="Avenir Next LT Pro (Body)"/>
              </a:rPr>
            </a:br>
            <a:br>
              <a:rPr lang="en-US" sz="1800" b="1" dirty="0">
                <a:latin typeface="Avenir Next LT Pro (Body)"/>
              </a:rPr>
            </a:br>
            <a:r>
              <a:rPr lang="en-US" sz="1800" b="1" dirty="0">
                <a:latin typeface="Avenir Next LT Pro (Body)"/>
              </a:rPr>
              <a:t>Subject  is also an interface which defines contract for concrete subjects, provides methods for adding removing updating observers.</a:t>
            </a:r>
            <a:br>
              <a:rPr lang="en-US" sz="1800" b="1" dirty="0">
                <a:latin typeface="Avenir Next LT Pro (Body)"/>
              </a:rPr>
            </a:br>
            <a:br>
              <a:rPr lang="en-US" sz="1800" b="1" dirty="0">
                <a:latin typeface="Avenir Next LT Pro (Body)"/>
              </a:rPr>
            </a:br>
            <a:r>
              <a:rPr lang="en-US" sz="1800" b="1" dirty="0">
                <a:solidFill>
                  <a:schemeClr val="accent6"/>
                </a:solidFill>
                <a:latin typeface="Avenir Next LT Pro (Body)"/>
              </a:rPr>
              <a:t>Note</a:t>
            </a:r>
            <a:r>
              <a:rPr lang="en-US" sz="1800" b="1" dirty="0">
                <a:latin typeface="Avenir Next LT Pro (Body)"/>
              </a:rPr>
              <a:t>: Subjects are the objects that maintain and notify observers about changes in their state, while Observers are the entities that react to those changes.</a:t>
            </a:r>
            <a:br>
              <a:rPr lang="en-US" sz="1800" b="1" dirty="0">
                <a:latin typeface="Avenir Next LT Pro (Body)"/>
              </a:rPr>
            </a:br>
            <a:br>
              <a:rPr lang="en-US" sz="1800" b="1" dirty="0">
                <a:latin typeface="Avenir Next LT Pro (Body)"/>
              </a:rPr>
            </a:br>
            <a:r>
              <a:rPr lang="en-US" sz="1800" b="1" dirty="0">
                <a:latin typeface="Avenir Next LT Pro (Body)"/>
              </a:rPr>
              <a:t>Observer pattern aims at decoupling Observers and Subject. Subject need not know about observer works.</a:t>
            </a:r>
            <a:br>
              <a:rPr lang="en-US" sz="1800" b="1" dirty="0">
                <a:latin typeface="Avenir Next LT Pro (Body)"/>
              </a:rPr>
            </a:br>
            <a:br>
              <a:rPr lang="en-US" sz="1800" b="1" dirty="0">
                <a:latin typeface="Avenir Next LT Pro (Body)"/>
              </a:rPr>
            </a:br>
            <a:r>
              <a:rPr lang="en-US" sz="1800" b="1" dirty="0">
                <a:latin typeface="Avenir Next LT Pro (Body)"/>
              </a:rPr>
              <a:t>Subject and Observers maintain one to many relationship</a:t>
            </a:r>
            <a:br>
              <a:rPr lang="en-US" sz="1800" b="1" dirty="0">
                <a:latin typeface="Avenir Next LT Pro (Body)"/>
              </a:rPr>
            </a:br>
            <a:br>
              <a:rPr lang="en-US" sz="1800" b="1" dirty="0">
                <a:latin typeface="Avenir Next LT Pro (Body)"/>
              </a:rPr>
            </a:br>
            <a:endParaRPr lang="en-US" sz="1800" b="1" dirty="0">
              <a:latin typeface="Avenir Next LT Pro (Body)"/>
            </a:endParaRPr>
          </a:p>
        </p:txBody>
      </p:sp>
    </p:spTree>
    <p:extLst>
      <p:ext uri="{BB962C8B-B14F-4D97-AF65-F5344CB8AC3E}">
        <p14:creationId xmlns:p14="http://schemas.microsoft.com/office/powerpoint/2010/main" val="10121849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42AD47-0CA9-183E-D982-B339D1E5F6E2}"/>
              </a:ext>
            </a:extLst>
          </p:cNvPr>
          <p:cNvPicPr>
            <a:picLocks noChangeAspect="1"/>
          </p:cNvPicPr>
          <p:nvPr/>
        </p:nvPicPr>
        <p:blipFill>
          <a:blip r:embed="rId2"/>
          <a:stretch>
            <a:fillRect/>
          </a:stretch>
        </p:blipFill>
        <p:spPr>
          <a:xfrm>
            <a:off x="583659" y="421791"/>
            <a:ext cx="3454942" cy="1181161"/>
          </a:xfrm>
          <a:prstGeom prst="rect">
            <a:avLst/>
          </a:prstGeom>
        </p:spPr>
      </p:pic>
      <p:pic>
        <p:nvPicPr>
          <p:cNvPr id="6" name="Picture 5">
            <a:extLst>
              <a:ext uri="{FF2B5EF4-FFF2-40B4-BE49-F238E27FC236}">
                <a16:creationId xmlns:a16="http://schemas.microsoft.com/office/drawing/2014/main" id="{DDC86D14-52EB-618C-F48E-804F844F9F9A}"/>
              </a:ext>
            </a:extLst>
          </p:cNvPr>
          <p:cNvPicPr>
            <a:picLocks noChangeAspect="1"/>
          </p:cNvPicPr>
          <p:nvPr/>
        </p:nvPicPr>
        <p:blipFill>
          <a:blip r:embed="rId3"/>
          <a:stretch>
            <a:fillRect/>
          </a:stretch>
        </p:blipFill>
        <p:spPr>
          <a:xfrm>
            <a:off x="4204011" y="421792"/>
            <a:ext cx="3757616" cy="1181160"/>
          </a:xfrm>
          <a:prstGeom prst="rect">
            <a:avLst/>
          </a:prstGeom>
        </p:spPr>
      </p:pic>
      <p:pic>
        <p:nvPicPr>
          <p:cNvPr id="8" name="Picture 7">
            <a:extLst>
              <a:ext uri="{FF2B5EF4-FFF2-40B4-BE49-F238E27FC236}">
                <a16:creationId xmlns:a16="http://schemas.microsoft.com/office/drawing/2014/main" id="{D99570A5-6C34-2120-7E26-44BC2C740735}"/>
              </a:ext>
            </a:extLst>
          </p:cNvPr>
          <p:cNvPicPr>
            <a:picLocks noChangeAspect="1"/>
          </p:cNvPicPr>
          <p:nvPr/>
        </p:nvPicPr>
        <p:blipFill>
          <a:blip r:embed="rId4"/>
          <a:stretch>
            <a:fillRect/>
          </a:stretch>
        </p:blipFill>
        <p:spPr>
          <a:xfrm>
            <a:off x="4204011" y="1896470"/>
            <a:ext cx="3757616" cy="3740342"/>
          </a:xfrm>
          <a:prstGeom prst="rect">
            <a:avLst/>
          </a:prstGeom>
        </p:spPr>
      </p:pic>
      <p:pic>
        <p:nvPicPr>
          <p:cNvPr id="10" name="Picture 9">
            <a:extLst>
              <a:ext uri="{FF2B5EF4-FFF2-40B4-BE49-F238E27FC236}">
                <a16:creationId xmlns:a16="http://schemas.microsoft.com/office/drawing/2014/main" id="{0C1EF281-1DC4-EA4C-7024-CD94B402D565}"/>
              </a:ext>
            </a:extLst>
          </p:cNvPr>
          <p:cNvPicPr>
            <a:picLocks noChangeAspect="1"/>
          </p:cNvPicPr>
          <p:nvPr/>
        </p:nvPicPr>
        <p:blipFill>
          <a:blip r:embed="rId5"/>
          <a:stretch>
            <a:fillRect/>
          </a:stretch>
        </p:blipFill>
        <p:spPr>
          <a:xfrm>
            <a:off x="8117743" y="1896470"/>
            <a:ext cx="3916015" cy="3740342"/>
          </a:xfrm>
          <a:prstGeom prst="rect">
            <a:avLst/>
          </a:prstGeom>
        </p:spPr>
      </p:pic>
      <p:pic>
        <p:nvPicPr>
          <p:cNvPr id="12" name="Picture 11">
            <a:extLst>
              <a:ext uri="{FF2B5EF4-FFF2-40B4-BE49-F238E27FC236}">
                <a16:creationId xmlns:a16="http://schemas.microsoft.com/office/drawing/2014/main" id="{318FB965-BC9C-B20C-0C27-D3DEBFA1DA3E}"/>
              </a:ext>
            </a:extLst>
          </p:cNvPr>
          <p:cNvPicPr>
            <a:picLocks noChangeAspect="1"/>
          </p:cNvPicPr>
          <p:nvPr/>
        </p:nvPicPr>
        <p:blipFill>
          <a:blip r:embed="rId6"/>
          <a:stretch>
            <a:fillRect/>
          </a:stretch>
        </p:blipFill>
        <p:spPr>
          <a:xfrm>
            <a:off x="583659" y="1896470"/>
            <a:ext cx="3375024" cy="3740342"/>
          </a:xfrm>
          <a:prstGeom prst="rect">
            <a:avLst/>
          </a:prstGeom>
        </p:spPr>
      </p:pic>
    </p:spTree>
    <p:extLst>
      <p:ext uri="{BB962C8B-B14F-4D97-AF65-F5344CB8AC3E}">
        <p14:creationId xmlns:p14="http://schemas.microsoft.com/office/powerpoint/2010/main" val="6523969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F4E480B-94D6-46F9-A2B6-B98D311FDC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1999" cy="6861600"/>
            <a:chOff x="1" y="0"/>
            <a:chExt cx="12191999" cy="6861600"/>
          </a:xfrm>
        </p:grpSpPr>
        <p:sp>
          <p:nvSpPr>
            <p:cNvPr id="8" name="Rectangle 7">
              <a:extLst>
                <a:ext uri="{FF2B5EF4-FFF2-40B4-BE49-F238E27FC236}">
                  <a16:creationId xmlns:a16="http://schemas.microsoft.com/office/drawing/2014/main" id="{07183CDE-91A1-40C3-8E80-66F89E1C2D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6200000">
              <a:off x="1" y="1640114"/>
              <a:ext cx="5217886" cy="5217886"/>
            </a:xfrm>
            <a:prstGeom prst="rect">
              <a:avLst/>
            </a:prstGeom>
            <a:gradFill flip="none" rotWithShape="1">
              <a:gsLst>
                <a:gs pos="0">
                  <a:schemeClr val="accent2">
                    <a:alpha val="60000"/>
                  </a:schemeClr>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9" name="Oval 8">
              <a:extLst>
                <a:ext uri="{FF2B5EF4-FFF2-40B4-BE49-F238E27FC236}">
                  <a16:creationId xmlns:a16="http://schemas.microsoft.com/office/drawing/2014/main" id="{A6756515-F9AA-46BD-8DD2-AA15BA492A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4514" y="0"/>
              <a:ext cx="4320000" cy="4320000"/>
            </a:xfrm>
            <a:prstGeom prst="ellipse">
              <a:avLst/>
            </a:prstGeom>
            <a:solidFill>
              <a:schemeClr val="accent3">
                <a:alpha val="96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Oval 9">
              <a:extLst>
                <a:ext uri="{FF2B5EF4-FFF2-40B4-BE49-F238E27FC236}">
                  <a16:creationId xmlns:a16="http://schemas.microsoft.com/office/drawing/2014/main" id="{ABA365E2-8B71-408B-9092-0104216AC7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119057" y="1230054"/>
              <a:ext cx="5506886" cy="5506886"/>
            </a:xfrm>
            <a:prstGeom prst="ellipse">
              <a:avLst/>
            </a:prstGeom>
            <a:solidFill>
              <a:schemeClr val="accent2">
                <a:alpha val="60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nvGrpSpPr>
            <p:cNvPr id="11" name="Group 10">
              <a:extLst>
                <a:ext uri="{FF2B5EF4-FFF2-40B4-BE49-F238E27FC236}">
                  <a16:creationId xmlns:a16="http://schemas.microsoft.com/office/drawing/2014/main" id="{BEDB8D7A-1BF6-4CDB-B93A-7736955F50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90092" y="0"/>
              <a:ext cx="10800000" cy="6858000"/>
              <a:chOff x="2328000" y="0"/>
              <a:chExt cx="2880000" cy="1440000"/>
            </a:xfrm>
          </p:grpSpPr>
          <p:sp>
            <p:nvSpPr>
              <p:cNvPr id="16" name="Rectangle 15">
                <a:extLst>
                  <a:ext uri="{FF2B5EF4-FFF2-40B4-BE49-F238E27FC236}">
                    <a16:creationId xmlns:a16="http://schemas.microsoft.com/office/drawing/2014/main" id="{5AACD774-5167-46C7-8A62-6E2FE4BE94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6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06E0F2D8-452E-48F9-9912-C47EAEAE1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2328000" y="0"/>
                <a:ext cx="1440000" cy="144000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grpSp>
          <p:nvGrpSpPr>
            <p:cNvPr id="12" name="Group 11">
              <a:extLst>
                <a:ext uri="{FF2B5EF4-FFF2-40B4-BE49-F238E27FC236}">
                  <a16:creationId xmlns:a16="http://schemas.microsoft.com/office/drawing/2014/main" id="{91FBBF95-430B-427C-A6E8-DB899217F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7048499" y="1714500"/>
              <a:ext cx="6858000" cy="3429000"/>
              <a:chOff x="0" y="0"/>
              <a:chExt cx="2880000" cy="1440000"/>
            </a:xfrm>
          </p:grpSpPr>
          <p:sp>
            <p:nvSpPr>
              <p:cNvPr id="14" name="Rectangle 13">
                <a:extLst>
                  <a:ext uri="{FF2B5EF4-FFF2-40B4-BE49-F238E27FC236}">
                    <a16:creationId xmlns:a16="http://schemas.microsoft.com/office/drawing/2014/main" id="{BEE64698-3ED2-4395-B7FC-65248E437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5" name="Rectangle 14">
                <a:extLst>
                  <a:ext uri="{FF2B5EF4-FFF2-40B4-BE49-F238E27FC236}">
                    <a16:creationId xmlns:a16="http://schemas.microsoft.com/office/drawing/2014/main" id="{FE20B1E1-CE09-4C2A-A3FB-DB8026C54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3" name="Rectangle 12">
              <a:extLst>
                <a:ext uri="{FF2B5EF4-FFF2-40B4-BE49-F238E27FC236}">
                  <a16:creationId xmlns:a16="http://schemas.microsoft.com/office/drawing/2014/main" id="{0CB2405B-A907-48B3-906A-FB3573C0B2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5602287" y="271887"/>
              <a:ext cx="6589713" cy="6589713"/>
            </a:xfrm>
            <a:prstGeom prst="rect">
              <a:avLst/>
            </a:prstGeom>
            <a:gradFill flip="none" rotWithShape="1">
              <a:gsLst>
                <a:gs pos="0">
                  <a:schemeClr val="accent3"/>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19" name="Rectangle 18">
            <a:extLst>
              <a:ext uri="{FF2B5EF4-FFF2-40B4-BE49-F238E27FC236}">
                <a16:creationId xmlns:a16="http://schemas.microsoft.com/office/drawing/2014/main" id="{6DC8E2D9-6729-4614-8667-C1016D318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useBgFill="1">
        <p:nvSpPr>
          <p:cNvPr id="21" name="Rectangle 20">
            <a:extLst>
              <a:ext uri="{FF2B5EF4-FFF2-40B4-BE49-F238E27FC236}">
                <a16:creationId xmlns:a16="http://schemas.microsoft.com/office/drawing/2014/main" id="{9B9AACA9-BD92-429F-8047-0731DB46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B046D8F9-B18B-42F5-B320-22E156F4C0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4" name="Rectangle 23">
              <a:extLst>
                <a:ext uri="{FF2B5EF4-FFF2-40B4-BE49-F238E27FC236}">
                  <a16:creationId xmlns:a16="http://schemas.microsoft.com/office/drawing/2014/main" id="{3980DF08-8878-4A99-871A-573EBF4F3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0" y="2019649"/>
              <a:ext cx="4838350" cy="4838350"/>
            </a:xfrm>
            <a:prstGeom prst="rect">
              <a:avLst/>
            </a:prstGeom>
            <a:gradFill flip="none" rotWithShape="1">
              <a:gsLst>
                <a:gs pos="0">
                  <a:schemeClr val="accent1"/>
                </a:gs>
                <a:gs pos="60000">
                  <a:schemeClr val="accent1">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1E0FF3E7-007F-48E0-8352-89CE4375BB2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603875" y="0"/>
              <a:ext cx="6521820" cy="3260910"/>
              <a:chOff x="0" y="0"/>
              <a:chExt cx="2880000" cy="1440000"/>
            </a:xfrm>
          </p:grpSpPr>
          <p:sp>
            <p:nvSpPr>
              <p:cNvPr id="28" name="Rectangle 27">
                <a:extLst>
                  <a:ext uri="{FF2B5EF4-FFF2-40B4-BE49-F238E27FC236}">
                    <a16:creationId xmlns:a16="http://schemas.microsoft.com/office/drawing/2014/main" id="{F02DE4FC-8B38-40C7-A2F5-CBD4C6592E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4000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C97C509-DDA4-4291-88B3-8E2B146099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0" y="0"/>
                <a:ext cx="1440000" cy="1440000"/>
              </a:xfrm>
              <a:prstGeom prst="rect">
                <a:avLst/>
              </a:prstGeom>
              <a:gradFill flip="none" rotWithShape="1">
                <a:gsLst>
                  <a:gs pos="0">
                    <a:schemeClr val="accent2"/>
                  </a:gs>
                  <a:gs pos="60000">
                    <a:schemeClr val="accent2">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96345897-50D9-424E-A94E-18A63AEE85B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5400000">
              <a:off x="5334000" y="0"/>
              <a:ext cx="6858000" cy="6858000"/>
            </a:xfrm>
            <a:prstGeom prst="rect">
              <a:avLst/>
            </a:prstGeom>
            <a:gradFill flip="none" rotWithShape="1">
              <a:gsLst>
                <a:gs pos="0">
                  <a:schemeClr val="accent3">
                    <a:alpha val="60000"/>
                  </a:schemeClr>
                </a:gs>
                <a:gs pos="60000">
                  <a:schemeClr val="accent3">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66E6E08-BABA-49E9-884E-4805849158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94887" y="2538000"/>
              <a:ext cx="4320000" cy="4320000"/>
            </a:xfrm>
            <a:prstGeom prst="ellipse">
              <a:avLst/>
            </a:prstGeom>
            <a:solidFill>
              <a:schemeClr val="accent2">
                <a:alpha val="20000"/>
              </a:schemeClr>
            </a:solidFill>
            <a:ln>
              <a:noFill/>
            </a:ln>
            <a:effectLst>
              <a:softEdge rad="1016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3869923-BBAF-43E8-75E2-0269617B6648}"/>
              </a:ext>
            </a:extLst>
          </p:cNvPr>
          <p:cNvSpPr>
            <a:spLocks noGrp="1"/>
          </p:cNvSpPr>
          <p:nvPr>
            <p:ph type="title"/>
          </p:nvPr>
        </p:nvSpPr>
        <p:spPr>
          <a:xfrm>
            <a:off x="1487487" y="545126"/>
            <a:ext cx="9217026" cy="3783988"/>
          </a:xfrm>
        </p:spPr>
        <p:txBody>
          <a:bodyPr vert="horz" lIns="91440" tIns="45720" rIns="91440" bIns="45720" rtlCol="0" anchor="b">
            <a:normAutofit/>
          </a:bodyPr>
          <a:lstStyle/>
          <a:p>
            <a:pPr algn="ctr"/>
            <a:r>
              <a:rPr lang="en-US" dirty="0"/>
              <a:t>Mediator design Pattern</a:t>
            </a:r>
            <a:endParaRPr lang="en-US"/>
          </a:p>
        </p:txBody>
      </p:sp>
    </p:spTree>
    <p:extLst>
      <p:ext uri="{BB962C8B-B14F-4D97-AF65-F5344CB8AC3E}">
        <p14:creationId xmlns:p14="http://schemas.microsoft.com/office/powerpoint/2010/main" val="64806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5E4ABF-EDF9-5F56-D4D5-D2EDA2CECB42}"/>
              </a:ext>
            </a:extLst>
          </p:cNvPr>
          <p:cNvSpPr>
            <a:spLocks noGrp="1"/>
          </p:cNvSpPr>
          <p:nvPr>
            <p:ph type="title"/>
          </p:nvPr>
        </p:nvSpPr>
        <p:spPr/>
        <p:txBody>
          <a:bodyPr>
            <a:normAutofit/>
          </a:bodyPr>
          <a:lstStyle/>
          <a:p>
            <a:r>
              <a:rPr lang="en-US" sz="1800" b="1" i="0" dirty="0">
                <a:effectLst/>
                <a:latin typeface="Avenir Next LT Pro (Body)"/>
              </a:rPr>
              <a:t>To centralize communication between various components or objects in a system. This promotes </a:t>
            </a:r>
            <a:r>
              <a:rPr lang="en-US" sz="1800" b="1" i="0" dirty="0">
                <a:solidFill>
                  <a:schemeClr val="accent6">
                    <a:lumMod val="40000"/>
                    <a:lumOff val="60000"/>
                  </a:schemeClr>
                </a:solidFill>
                <a:effectLst/>
                <a:latin typeface="Avenir Next LT Pro (Body)"/>
              </a:rPr>
              <a:t>loose coupling by preventing direct interactions between components, instead of having them communicate through the mediator</a:t>
            </a:r>
            <a:r>
              <a:rPr lang="en-US" sz="1800" b="1" i="0" dirty="0">
                <a:effectLst/>
                <a:latin typeface="Avenir Next LT Pro (Body)"/>
              </a:rPr>
              <a:t>, facilitating better maintainability and flexibility in the system architecture</a:t>
            </a:r>
            <a:br>
              <a:rPr lang="en-US" sz="1800" b="1" i="0" dirty="0">
                <a:effectLst/>
                <a:latin typeface="Avenir Next LT Pro (Body)"/>
              </a:rPr>
            </a:br>
            <a:br>
              <a:rPr lang="en-US" sz="1800" b="1" i="0" dirty="0">
                <a:effectLst/>
                <a:latin typeface="Avenir Next LT Pro (Body)"/>
              </a:rPr>
            </a:br>
            <a:r>
              <a:rPr lang="en-US" sz="1800" b="1" i="0" dirty="0">
                <a:solidFill>
                  <a:schemeClr val="accent6">
                    <a:lumMod val="40000"/>
                    <a:lumOff val="60000"/>
                  </a:schemeClr>
                </a:solidFill>
                <a:effectLst/>
                <a:latin typeface="Avenir Next LT Pro (Body)"/>
              </a:rPr>
              <a:t>Components:</a:t>
            </a:r>
            <a:br>
              <a:rPr lang="en-US" sz="1800" b="1" i="0" dirty="0">
                <a:solidFill>
                  <a:schemeClr val="accent6">
                    <a:lumMod val="40000"/>
                    <a:lumOff val="60000"/>
                  </a:schemeClr>
                </a:solidFill>
                <a:effectLst/>
                <a:latin typeface="Avenir Next LT Pro (Body)"/>
              </a:rPr>
            </a:br>
            <a:br>
              <a:rPr lang="en-US" sz="1800" b="1" i="0" dirty="0">
                <a:solidFill>
                  <a:schemeClr val="accent6">
                    <a:lumMod val="40000"/>
                    <a:lumOff val="60000"/>
                  </a:schemeClr>
                </a:solidFill>
                <a:effectLst/>
                <a:latin typeface="Avenir Next LT Pro (Body)"/>
              </a:rPr>
            </a:br>
            <a:r>
              <a:rPr lang="en-US" sz="1800" b="1" i="0" dirty="0">
                <a:solidFill>
                  <a:schemeClr val="accent6">
                    <a:lumMod val="40000"/>
                    <a:lumOff val="60000"/>
                  </a:schemeClr>
                </a:solidFill>
                <a:effectLst/>
                <a:latin typeface="Avenir Next LT Pro (Body)"/>
              </a:rPr>
              <a:t>1. Mediator</a:t>
            </a:r>
            <a:br>
              <a:rPr lang="en-US" sz="1800" b="1" i="0" dirty="0">
                <a:effectLst/>
                <a:latin typeface="Avenir Next LT Pro (Body)"/>
              </a:rPr>
            </a:br>
            <a:r>
              <a:rPr lang="en-US" sz="1800" b="1" i="0" dirty="0">
                <a:effectLst/>
                <a:latin typeface="Avenir Next LT Pro (Body)"/>
              </a:rPr>
              <a:t>The Mediator interface defines the communication contract, specifying methods that concrete mediators should implement to facilitate interactions among colleagues.</a:t>
            </a:r>
            <a:br>
              <a:rPr lang="en-US" sz="1800" b="1" i="0" dirty="0">
                <a:effectLst/>
                <a:latin typeface="Avenir Next LT Pro (Body)"/>
              </a:rPr>
            </a:br>
            <a:br>
              <a:rPr lang="en-US" sz="1800" b="1" i="0" dirty="0">
                <a:effectLst/>
                <a:latin typeface="Avenir Next LT Pro (Body)"/>
              </a:rPr>
            </a:br>
            <a:r>
              <a:rPr lang="en-US" sz="1800" b="1" i="0" dirty="0">
                <a:solidFill>
                  <a:schemeClr val="accent6">
                    <a:lumMod val="40000"/>
                    <a:lumOff val="60000"/>
                  </a:schemeClr>
                </a:solidFill>
                <a:effectLst/>
                <a:latin typeface="Avenir Next LT Pro (Body)"/>
              </a:rPr>
              <a:t>2. Colleague</a:t>
            </a:r>
            <a:br>
              <a:rPr lang="en-US" sz="1800" b="1" i="0" dirty="0">
                <a:effectLst/>
                <a:latin typeface="Avenir Next LT Pro (Body)"/>
              </a:rPr>
            </a:br>
            <a:r>
              <a:rPr lang="en-US" sz="1800" b="1" i="0" dirty="0" err="1">
                <a:effectLst/>
                <a:latin typeface="Avenir Next LT Pro (Body)"/>
              </a:rPr>
              <a:t>Colleague</a:t>
            </a:r>
            <a:r>
              <a:rPr lang="en-US" sz="1800" b="1" i="0" dirty="0">
                <a:effectLst/>
                <a:latin typeface="Avenir Next LT Pro (Body)"/>
              </a:rPr>
              <a:t> classes are the components or objects that interact with each other. They communicate through the Mediator, and each colleague class is only aware of the mediator, not the other colleagues.</a:t>
            </a:r>
            <a:br>
              <a:rPr lang="en-US" sz="1800" b="1" i="0" dirty="0">
                <a:effectLst/>
                <a:latin typeface="Avenir Next LT Pro (Body)"/>
              </a:rPr>
            </a:br>
            <a:br>
              <a:rPr lang="en-US" sz="1800" b="1" i="0" dirty="0">
                <a:effectLst/>
                <a:latin typeface="Avenir Next LT Pro (Body)"/>
              </a:rPr>
            </a:br>
            <a:r>
              <a:rPr lang="en-US" sz="1800" b="1" i="0" dirty="0">
                <a:solidFill>
                  <a:schemeClr val="accent6">
                    <a:lumMod val="40000"/>
                    <a:lumOff val="60000"/>
                  </a:schemeClr>
                </a:solidFill>
                <a:effectLst/>
                <a:latin typeface="Avenir Next LT Pro (Body)"/>
              </a:rPr>
              <a:t>3.Concrete Mediator</a:t>
            </a:r>
            <a:br>
              <a:rPr lang="en-US" sz="1800" b="1" i="0" dirty="0">
                <a:effectLst/>
                <a:latin typeface="Avenir Next LT Pro (Body)"/>
              </a:rPr>
            </a:br>
            <a:r>
              <a:rPr lang="en-US" sz="1800" b="1" i="0" dirty="0">
                <a:effectLst/>
                <a:latin typeface="Avenir Next LT Pro (Body)"/>
              </a:rPr>
              <a:t>Concrete Mediator is a specific implementation of the Mediator interface.</a:t>
            </a:r>
            <a:br>
              <a:rPr lang="en-US" sz="1800" b="1" i="0" dirty="0">
                <a:effectLst/>
                <a:latin typeface="Avenir Next LT Pro (Body)"/>
              </a:rPr>
            </a:br>
            <a:br>
              <a:rPr lang="en-US" sz="1800" b="1" i="0" dirty="0">
                <a:effectLst/>
                <a:latin typeface="Avenir Next LT Pro (Body)"/>
              </a:rPr>
            </a:br>
            <a:r>
              <a:rPr lang="en-US" sz="1800" b="1" i="0" dirty="0">
                <a:solidFill>
                  <a:schemeClr val="accent6">
                    <a:lumMod val="40000"/>
                    <a:lumOff val="60000"/>
                  </a:schemeClr>
                </a:solidFill>
                <a:effectLst/>
                <a:latin typeface="Avenir Next LT Pro (Body)"/>
              </a:rPr>
              <a:t>4. Concrete colleague</a:t>
            </a:r>
            <a:br>
              <a:rPr lang="en-US" sz="1800" b="1" i="0" dirty="0">
                <a:effectLst/>
                <a:latin typeface="Avenir Next LT Pro (Body)"/>
              </a:rPr>
            </a:br>
            <a:r>
              <a:rPr lang="en-US" sz="1800" b="1" i="0" dirty="0">
                <a:effectLst/>
                <a:latin typeface="Avenir Next LT Pro (Body)"/>
              </a:rPr>
              <a:t>Concrete Colleague classes are the specific implementations of the Colleague interface. </a:t>
            </a:r>
            <a:endParaRPr lang="en-US" sz="1800" b="1" dirty="0">
              <a:latin typeface="Avenir Next LT Pro (Body)"/>
            </a:endParaRPr>
          </a:p>
        </p:txBody>
      </p:sp>
    </p:spTree>
    <p:extLst>
      <p:ext uri="{BB962C8B-B14F-4D97-AF65-F5344CB8AC3E}">
        <p14:creationId xmlns:p14="http://schemas.microsoft.com/office/powerpoint/2010/main" val="38089892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EFCA99-5187-A6C0-8A14-68868C3E7436}"/>
              </a:ext>
            </a:extLst>
          </p:cNvPr>
          <p:cNvPicPr>
            <a:picLocks noChangeAspect="1"/>
          </p:cNvPicPr>
          <p:nvPr/>
        </p:nvPicPr>
        <p:blipFill>
          <a:blip r:embed="rId2"/>
          <a:stretch>
            <a:fillRect/>
          </a:stretch>
        </p:blipFill>
        <p:spPr>
          <a:xfrm>
            <a:off x="1" y="2577649"/>
            <a:ext cx="3788227" cy="1899347"/>
          </a:xfrm>
          <a:prstGeom prst="rect">
            <a:avLst/>
          </a:prstGeom>
        </p:spPr>
      </p:pic>
      <p:pic>
        <p:nvPicPr>
          <p:cNvPr id="6" name="Picture 5">
            <a:extLst>
              <a:ext uri="{FF2B5EF4-FFF2-40B4-BE49-F238E27FC236}">
                <a16:creationId xmlns:a16="http://schemas.microsoft.com/office/drawing/2014/main" id="{5FB1965C-1DD9-1C7B-061F-3019D1D212D2}"/>
              </a:ext>
            </a:extLst>
          </p:cNvPr>
          <p:cNvPicPr>
            <a:picLocks noChangeAspect="1"/>
          </p:cNvPicPr>
          <p:nvPr/>
        </p:nvPicPr>
        <p:blipFill>
          <a:blip r:embed="rId3"/>
          <a:stretch>
            <a:fillRect/>
          </a:stretch>
        </p:blipFill>
        <p:spPr>
          <a:xfrm>
            <a:off x="0" y="778044"/>
            <a:ext cx="3788228" cy="1702700"/>
          </a:xfrm>
          <a:prstGeom prst="rect">
            <a:avLst/>
          </a:prstGeom>
        </p:spPr>
      </p:pic>
      <p:pic>
        <p:nvPicPr>
          <p:cNvPr id="8" name="Picture 7">
            <a:extLst>
              <a:ext uri="{FF2B5EF4-FFF2-40B4-BE49-F238E27FC236}">
                <a16:creationId xmlns:a16="http://schemas.microsoft.com/office/drawing/2014/main" id="{40BA3A70-F21A-7161-73FA-3020ADC3160F}"/>
              </a:ext>
            </a:extLst>
          </p:cNvPr>
          <p:cNvPicPr>
            <a:picLocks noChangeAspect="1"/>
          </p:cNvPicPr>
          <p:nvPr/>
        </p:nvPicPr>
        <p:blipFill>
          <a:blip r:embed="rId4"/>
          <a:stretch>
            <a:fillRect/>
          </a:stretch>
        </p:blipFill>
        <p:spPr>
          <a:xfrm>
            <a:off x="-1" y="4573901"/>
            <a:ext cx="3788227" cy="2228956"/>
          </a:xfrm>
          <a:prstGeom prst="rect">
            <a:avLst/>
          </a:prstGeom>
        </p:spPr>
      </p:pic>
      <p:pic>
        <p:nvPicPr>
          <p:cNvPr id="10" name="Picture 9">
            <a:extLst>
              <a:ext uri="{FF2B5EF4-FFF2-40B4-BE49-F238E27FC236}">
                <a16:creationId xmlns:a16="http://schemas.microsoft.com/office/drawing/2014/main" id="{5B253085-8940-88C3-9789-7C5209A848B1}"/>
              </a:ext>
            </a:extLst>
          </p:cNvPr>
          <p:cNvPicPr>
            <a:picLocks noChangeAspect="1"/>
          </p:cNvPicPr>
          <p:nvPr/>
        </p:nvPicPr>
        <p:blipFill>
          <a:blip r:embed="rId5"/>
          <a:stretch>
            <a:fillRect/>
          </a:stretch>
        </p:blipFill>
        <p:spPr>
          <a:xfrm>
            <a:off x="4857240" y="540116"/>
            <a:ext cx="2600863" cy="645933"/>
          </a:xfrm>
          <a:prstGeom prst="rect">
            <a:avLst/>
          </a:prstGeom>
        </p:spPr>
      </p:pic>
      <p:pic>
        <p:nvPicPr>
          <p:cNvPr id="12" name="Picture 11">
            <a:extLst>
              <a:ext uri="{FF2B5EF4-FFF2-40B4-BE49-F238E27FC236}">
                <a16:creationId xmlns:a16="http://schemas.microsoft.com/office/drawing/2014/main" id="{BFE55971-D533-708B-DA52-588FB2AAF889}"/>
              </a:ext>
            </a:extLst>
          </p:cNvPr>
          <p:cNvPicPr>
            <a:picLocks noChangeAspect="1"/>
          </p:cNvPicPr>
          <p:nvPr/>
        </p:nvPicPr>
        <p:blipFill>
          <a:blip r:embed="rId6"/>
          <a:stretch>
            <a:fillRect/>
          </a:stretch>
        </p:blipFill>
        <p:spPr>
          <a:xfrm>
            <a:off x="-1" y="55143"/>
            <a:ext cx="3788229" cy="666784"/>
          </a:xfrm>
          <a:prstGeom prst="rect">
            <a:avLst/>
          </a:prstGeom>
        </p:spPr>
      </p:pic>
      <p:pic>
        <p:nvPicPr>
          <p:cNvPr id="14" name="Picture 13">
            <a:extLst>
              <a:ext uri="{FF2B5EF4-FFF2-40B4-BE49-F238E27FC236}">
                <a16:creationId xmlns:a16="http://schemas.microsoft.com/office/drawing/2014/main" id="{58A30EF0-369D-D0AE-DD27-3093555FA97D}"/>
              </a:ext>
            </a:extLst>
          </p:cNvPr>
          <p:cNvPicPr>
            <a:picLocks noChangeAspect="1"/>
          </p:cNvPicPr>
          <p:nvPr/>
        </p:nvPicPr>
        <p:blipFill>
          <a:blip r:embed="rId7"/>
          <a:stretch>
            <a:fillRect/>
          </a:stretch>
        </p:blipFill>
        <p:spPr>
          <a:xfrm>
            <a:off x="4484243" y="1603490"/>
            <a:ext cx="3446690" cy="2159111"/>
          </a:xfrm>
          <a:prstGeom prst="rect">
            <a:avLst/>
          </a:prstGeom>
        </p:spPr>
      </p:pic>
      <p:pic>
        <p:nvPicPr>
          <p:cNvPr id="16" name="Picture 15">
            <a:extLst>
              <a:ext uri="{FF2B5EF4-FFF2-40B4-BE49-F238E27FC236}">
                <a16:creationId xmlns:a16="http://schemas.microsoft.com/office/drawing/2014/main" id="{5F06529B-24CC-F8BC-A70C-AFEF72419ED7}"/>
              </a:ext>
            </a:extLst>
          </p:cNvPr>
          <p:cNvPicPr>
            <a:picLocks noChangeAspect="1"/>
          </p:cNvPicPr>
          <p:nvPr/>
        </p:nvPicPr>
        <p:blipFill>
          <a:blip r:embed="rId8"/>
          <a:stretch>
            <a:fillRect/>
          </a:stretch>
        </p:blipFill>
        <p:spPr>
          <a:xfrm>
            <a:off x="8403765" y="863083"/>
            <a:ext cx="3788235" cy="1853322"/>
          </a:xfrm>
          <a:prstGeom prst="rect">
            <a:avLst/>
          </a:prstGeom>
        </p:spPr>
      </p:pic>
      <p:pic>
        <p:nvPicPr>
          <p:cNvPr id="18" name="Picture 17">
            <a:extLst>
              <a:ext uri="{FF2B5EF4-FFF2-40B4-BE49-F238E27FC236}">
                <a16:creationId xmlns:a16="http://schemas.microsoft.com/office/drawing/2014/main" id="{645F4686-CC0C-929C-0998-033B311FBC5F}"/>
              </a:ext>
            </a:extLst>
          </p:cNvPr>
          <p:cNvPicPr>
            <a:picLocks noChangeAspect="1"/>
          </p:cNvPicPr>
          <p:nvPr/>
        </p:nvPicPr>
        <p:blipFill>
          <a:blip r:embed="rId9"/>
          <a:stretch>
            <a:fillRect/>
          </a:stretch>
        </p:blipFill>
        <p:spPr>
          <a:xfrm>
            <a:off x="8403772" y="13961"/>
            <a:ext cx="3788235" cy="825542"/>
          </a:xfrm>
          <a:prstGeom prst="rect">
            <a:avLst/>
          </a:prstGeom>
        </p:spPr>
      </p:pic>
      <p:pic>
        <p:nvPicPr>
          <p:cNvPr id="20" name="Picture 19">
            <a:extLst>
              <a:ext uri="{FF2B5EF4-FFF2-40B4-BE49-F238E27FC236}">
                <a16:creationId xmlns:a16="http://schemas.microsoft.com/office/drawing/2014/main" id="{30489D7A-DB81-2988-AC74-41399FD4C440}"/>
              </a:ext>
            </a:extLst>
          </p:cNvPr>
          <p:cNvPicPr>
            <a:picLocks noChangeAspect="1"/>
          </p:cNvPicPr>
          <p:nvPr/>
        </p:nvPicPr>
        <p:blipFill>
          <a:blip r:embed="rId10"/>
          <a:stretch>
            <a:fillRect/>
          </a:stretch>
        </p:blipFill>
        <p:spPr>
          <a:xfrm>
            <a:off x="8403764" y="2755240"/>
            <a:ext cx="3788235" cy="2014722"/>
          </a:xfrm>
          <a:prstGeom prst="rect">
            <a:avLst/>
          </a:prstGeom>
        </p:spPr>
      </p:pic>
      <p:pic>
        <p:nvPicPr>
          <p:cNvPr id="22" name="Picture 21">
            <a:extLst>
              <a:ext uri="{FF2B5EF4-FFF2-40B4-BE49-F238E27FC236}">
                <a16:creationId xmlns:a16="http://schemas.microsoft.com/office/drawing/2014/main" id="{0400ECBA-203E-397B-6178-9D53DCE53DA0}"/>
              </a:ext>
            </a:extLst>
          </p:cNvPr>
          <p:cNvPicPr>
            <a:picLocks noChangeAspect="1"/>
          </p:cNvPicPr>
          <p:nvPr/>
        </p:nvPicPr>
        <p:blipFill>
          <a:blip r:embed="rId11"/>
          <a:stretch>
            <a:fillRect/>
          </a:stretch>
        </p:blipFill>
        <p:spPr>
          <a:xfrm>
            <a:off x="8403763" y="4808990"/>
            <a:ext cx="3788235" cy="2014721"/>
          </a:xfrm>
          <a:prstGeom prst="rect">
            <a:avLst/>
          </a:prstGeom>
        </p:spPr>
      </p:pic>
      <p:pic>
        <p:nvPicPr>
          <p:cNvPr id="24" name="Picture 23">
            <a:extLst>
              <a:ext uri="{FF2B5EF4-FFF2-40B4-BE49-F238E27FC236}">
                <a16:creationId xmlns:a16="http://schemas.microsoft.com/office/drawing/2014/main" id="{40CD4C95-42EE-1DD0-A1B3-4B0B3EE5F686}"/>
              </a:ext>
            </a:extLst>
          </p:cNvPr>
          <p:cNvPicPr>
            <a:picLocks noChangeAspect="1"/>
          </p:cNvPicPr>
          <p:nvPr/>
        </p:nvPicPr>
        <p:blipFill>
          <a:blip r:embed="rId12"/>
          <a:stretch>
            <a:fillRect/>
          </a:stretch>
        </p:blipFill>
        <p:spPr>
          <a:xfrm>
            <a:off x="4350117" y="4366365"/>
            <a:ext cx="3714941" cy="2311519"/>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25" name="Ink 24">
                <a:extLst>
                  <a:ext uri="{FF2B5EF4-FFF2-40B4-BE49-F238E27FC236}">
                    <a16:creationId xmlns:a16="http://schemas.microsoft.com/office/drawing/2014/main" id="{0D029AE1-5FEF-6F71-656F-59BAC29047F1}"/>
                  </a:ext>
                </a:extLst>
              </p14:cNvPr>
              <p14:cNvContentPartPr/>
              <p14:nvPr/>
            </p14:nvContentPartPr>
            <p14:xfrm>
              <a:off x="3799758" y="1543867"/>
              <a:ext cx="648720" cy="577440"/>
            </p14:xfrm>
          </p:contentPart>
        </mc:Choice>
        <mc:Fallback xmlns="">
          <p:pic>
            <p:nvPicPr>
              <p:cNvPr id="25" name="Ink 24">
                <a:extLst>
                  <a:ext uri="{FF2B5EF4-FFF2-40B4-BE49-F238E27FC236}">
                    <a16:creationId xmlns:a16="http://schemas.microsoft.com/office/drawing/2014/main" id="{0D029AE1-5FEF-6F71-656F-59BAC29047F1}"/>
                  </a:ext>
                </a:extLst>
              </p:cNvPr>
              <p:cNvPicPr/>
              <p:nvPr/>
            </p:nvPicPr>
            <p:blipFill>
              <a:blip r:embed="rId14"/>
              <a:stretch>
                <a:fillRect/>
              </a:stretch>
            </p:blipFill>
            <p:spPr>
              <a:xfrm>
                <a:off x="3791118" y="1535227"/>
                <a:ext cx="666360" cy="595080"/>
              </a:xfrm>
              <a:prstGeom prst="rect">
                <a:avLst/>
              </a:prstGeom>
            </p:spPr>
          </p:pic>
        </mc:Fallback>
      </mc:AlternateContent>
      <p:grpSp>
        <p:nvGrpSpPr>
          <p:cNvPr id="28" name="Group 27">
            <a:extLst>
              <a:ext uri="{FF2B5EF4-FFF2-40B4-BE49-F238E27FC236}">
                <a16:creationId xmlns:a16="http://schemas.microsoft.com/office/drawing/2014/main" id="{AEAD30B6-8384-9235-3017-403574D490C5}"/>
              </a:ext>
            </a:extLst>
          </p:cNvPr>
          <p:cNvGrpSpPr/>
          <p:nvPr/>
        </p:nvGrpSpPr>
        <p:grpSpPr>
          <a:xfrm>
            <a:off x="3811998" y="2692627"/>
            <a:ext cx="676440" cy="2331000"/>
            <a:chOff x="3811998" y="2692627"/>
            <a:chExt cx="676440" cy="2331000"/>
          </a:xfrm>
        </p:grpSpPr>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26" name="Ink 25">
                  <a:extLst>
                    <a:ext uri="{FF2B5EF4-FFF2-40B4-BE49-F238E27FC236}">
                      <a16:creationId xmlns:a16="http://schemas.microsoft.com/office/drawing/2014/main" id="{AD50B618-7DD3-1CCF-7D93-FA436E24D3ED}"/>
                    </a:ext>
                  </a:extLst>
                </p14:cNvPr>
                <p14:cNvContentPartPr/>
                <p14:nvPr/>
              </p14:nvContentPartPr>
              <p14:xfrm>
                <a:off x="3811998" y="2692627"/>
                <a:ext cx="632160" cy="822960"/>
              </p14:xfrm>
            </p:contentPart>
          </mc:Choice>
          <mc:Fallback xmlns="">
            <p:pic>
              <p:nvPicPr>
                <p:cNvPr id="26" name="Ink 25">
                  <a:extLst>
                    <a:ext uri="{FF2B5EF4-FFF2-40B4-BE49-F238E27FC236}">
                      <a16:creationId xmlns:a16="http://schemas.microsoft.com/office/drawing/2014/main" id="{AD50B618-7DD3-1CCF-7D93-FA436E24D3ED}"/>
                    </a:ext>
                  </a:extLst>
                </p:cNvPr>
                <p:cNvPicPr/>
                <p:nvPr/>
              </p:nvPicPr>
              <p:blipFill>
                <a:blip r:embed="rId16"/>
                <a:stretch>
                  <a:fillRect/>
                </a:stretch>
              </p:blipFill>
              <p:spPr>
                <a:xfrm>
                  <a:off x="3803358" y="2683627"/>
                  <a:ext cx="649800" cy="840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27" name="Ink 26">
                  <a:extLst>
                    <a:ext uri="{FF2B5EF4-FFF2-40B4-BE49-F238E27FC236}">
                      <a16:creationId xmlns:a16="http://schemas.microsoft.com/office/drawing/2014/main" id="{8B5B9BE0-6068-B3E4-8FDA-39845047B376}"/>
                    </a:ext>
                  </a:extLst>
                </p14:cNvPr>
                <p14:cNvContentPartPr/>
                <p14:nvPr/>
              </p14:nvContentPartPr>
              <p14:xfrm>
                <a:off x="3859158" y="3825187"/>
                <a:ext cx="629280" cy="1198440"/>
              </p14:xfrm>
            </p:contentPart>
          </mc:Choice>
          <mc:Fallback xmlns="">
            <p:pic>
              <p:nvPicPr>
                <p:cNvPr id="27" name="Ink 26">
                  <a:extLst>
                    <a:ext uri="{FF2B5EF4-FFF2-40B4-BE49-F238E27FC236}">
                      <a16:creationId xmlns:a16="http://schemas.microsoft.com/office/drawing/2014/main" id="{8B5B9BE0-6068-B3E4-8FDA-39845047B376}"/>
                    </a:ext>
                  </a:extLst>
                </p:cNvPr>
                <p:cNvPicPr/>
                <p:nvPr/>
              </p:nvPicPr>
              <p:blipFill>
                <a:blip r:embed="rId18"/>
                <a:stretch>
                  <a:fillRect/>
                </a:stretch>
              </p:blipFill>
              <p:spPr>
                <a:xfrm>
                  <a:off x="3850158" y="3816187"/>
                  <a:ext cx="646920" cy="121608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29" name="Ink 28">
                <a:extLst>
                  <a:ext uri="{FF2B5EF4-FFF2-40B4-BE49-F238E27FC236}">
                    <a16:creationId xmlns:a16="http://schemas.microsoft.com/office/drawing/2014/main" id="{586FC74B-4D61-3C30-6D69-04D8B576BCEC}"/>
                  </a:ext>
                </a:extLst>
              </p14:cNvPr>
              <p14:cNvContentPartPr/>
              <p14:nvPr/>
            </p14:nvContentPartPr>
            <p14:xfrm>
              <a:off x="7969998" y="3736987"/>
              <a:ext cx="438120" cy="1333800"/>
            </p14:xfrm>
          </p:contentPart>
        </mc:Choice>
        <mc:Fallback xmlns="">
          <p:pic>
            <p:nvPicPr>
              <p:cNvPr id="29" name="Ink 28">
                <a:extLst>
                  <a:ext uri="{FF2B5EF4-FFF2-40B4-BE49-F238E27FC236}">
                    <a16:creationId xmlns:a16="http://schemas.microsoft.com/office/drawing/2014/main" id="{586FC74B-4D61-3C30-6D69-04D8B576BCEC}"/>
                  </a:ext>
                </a:extLst>
              </p:cNvPr>
              <p:cNvPicPr/>
              <p:nvPr/>
            </p:nvPicPr>
            <p:blipFill>
              <a:blip r:embed="rId20"/>
              <a:stretch>
                <a:fillRect/>
              </a:stretch>
            </p:blipFill>
            <p:spPr>
              <a:xfrm>
                <a:off x="7960998" y="3728347"/>
                <a:ext cx="455760" cy="13514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49" name="Ink 48">
                <a:extLst>
                  <a:ext uri="{FF2B5EF4-FFF2-40B4-BE49-F238E27FC236}">
                    <a16:creationId xmlns:a16="http://schemas.microsoft.com/office/drawing/2014/main" id="{B1AE136C-5AC4-0C35-9AB8-4FB7F67D4A42}"/>
                  </a:ext>
                </a:extLst>
              </p14:cNvPr>
              <p14:cNvContentPartPr/>
              <p14:nvPr/>
            </p14:nvContentPartPr>
            <p14:xfrm>
              <a:off x="7874902" y="2741947"/>
              <a:ext cx="752400" cy="399600"/>
            </p14:xfrm>
          </p:contentPart>
        </mc:Choice>
        <mc:Fallback xmlns="">
          <p:pic>
            <p:nvPicPr>
              <p:cNvPr id="49" name="Ink 48">
                <a:extLst>
                  <a:ext uri="{FF2B5EF4-FFF2-40B4-BE49-F238E27FC236}">
                    <a16:creationId xmlns:a16="http://schemas.microsoft.com/office/drawing/2014/main" id="{B1AE136C-5AC4-0C35-9AB8-4FB7F67D4A42}"/>
                  </a:ext>
                </a:extLst>
              </p:cNvPr>
              <p:cNvPicPr/>
              <p:nvPr/>
            </p:nvPicPr>
            <p:blipFill>
              <a:blip r:embed="rId22"/>
              <a:stretch>
                <a:fillRect/>
              </a:stretch>
            </p:blipFill>
            <p:spPr>
              <a:xfrm>
                <a:off x="7865902" y="2733307"/>
                <a:ext cx="770040" cy="417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50" name="Ink 49">
                <a:extLst>
                  <a:ext uri="{FF2B5EF4-FFF2-40B4-BE49-F238E27FC236}">
                    <a16:creationId xmlns:a16="http://schemas.microsoft.com/office/drawing/2014/main" id="{4F6B5732-3094-A3E9-2AE0-94CDCBCAE6E0}"/>
                  </a:ext>
                </a:extLst>
              </p14:cNvPr>
              <p14:cNvContentPartPr/>
              <p14:nvPr/>
            </p14:nvContentPartPr>
            <p14:xfrm>
              <a:off x="7720102" y="2169547"/>
              <a:ext cx="1027080" cy="217440"/>
            </p14:xfrm>
          </p:contentPart>
        </mc:Choice>
        <mc:Fallback xmlns="">
          <p:pic>
            <p:nvPicPr>
              <p:cNvPr id="50" name="Ink 49">
                <a:extLst>
                  <a:ext uri="{FF2B5EF4-FFF2-40B4-BE49-F238E27FC236}">
                    <a16:creationId xmlns:a16="http://schemas.microsoft.com/office/drawing/2014/main" id="{4F6B5732-3094-A3E9-2AE0-94CDCBCAE6E0}"/>
                  </a:ext>
                </a:extLst>
              </p:cNvPr>
              <p:cNvPicPr/>
              <p:nvPr/>
            </p:nvPicPr>
            <p:blipFill>
              <a:blip r:embed="rId24"/>
              <a:stretch>
                <a:fillRect/>
              </a:stretch>
            </p:blipFill>
            <p:spPr>
              <a:xfrm>
                <a:off x="7711462" y="2160907"/>
                <a:ext cx="1044720" cy="235080"/>
              </a:xfrm>
              <a:prstGeom prst="rect">
                <a:avLst/>
              </a:prstGeom>
            </p:spPr>
          </p:pic>
        </mc:Fallback>
      </mc:AlternateContent>
    </p:spTree>
    <p:extLst>
      <p:ext uri="{BB962C8B-B14F-4D97-AF65-F5344CB8AC3E}">
        <p14:creationId xmlns:p14="http://schemas.microsoft.com/office/powerpoint/2010/main" val="18508716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9759B-73FF-553D-7BC4-448DEF54D4D4}"/>
              </a:ext>
            </a:extLst>
          </p:cNvPr>
          <p:cNvSpPr>
            <a:spLocks noGrp="1"/>
          </p:cNvSpPr>
          <p:nvPr>
            <p:ph type="title"/>
          </p:nvPr>
        </p:nvSpPr>
        <p:spPr>
          <a:xfrm>
            <a:off x="1101725" y="2634344"/>
            <a:ext cx="11090275" cy="1959428"/>
          </a:xfrm>
        </p:spPr>
        <p:txBody>
          <a:bodyPr/>
          <a:lstStyle/>
          <a:p>
            <a:r>
              <a:rPr lang="en-US" dirty="0"/>
              <a:t>State design Pattern</a:t>
            </a:r>
          </a:p>
        </p:txBody>
      </p:sp>
    </p:spTree>
    <p:extLst>
      <p:ext uri="{BB962C8B-B14F-4D97-AF65-F5344CB8AC3E}">
        <p14:creationId xmlns:p14="http://schemas.microsoft.com/office/powerpoint/2010/main" val="18235308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19419-329D-4E63-09B4-85D1AF39C9B5}"/>
              </a:ext>
            </a:extLst>
          </p:cNvPr>
          <p:cNvSpPr>
            <a:spLocks noGrp="1"/>
          </p:cNvSpPr>
          <p:nvPr>
            <p:ph type="title"/>
          </p:nvPr>
        </p:nvSpPr>
        <p:spPr/>
        <p:txBody>
          <a:bodyPr>
            <a:normAutofit/>
          </a:bodyPr>
          <a:lstStyle/>
          <a:p>
            <a:r>
              <a:rPr lang="en-US" sz="1800" dirty="0">
                <a:latin typeface="Avenir Next LT Pro (Body)"/>
              </a:rPr>
              <a:t>The State design pattern is a behavioral software design pattern that allows an object to alter its behavior when its internal state changes. </a:t>
            </a:r>
            <a:r>
              <a:rPr lang="en-US" sz="1800" b="1" dirty="0">
                <a:solidFill>
                  <a:schemeClr val="accent6">
                    <a:lumMod val="60000"/>
                    <a:lumOff val="40000"/>
                  </a:schemeClr>
                </a:solidFill>
                <a:latin typeface="Avenir Next LT Pro (Body)"/>
              </a:rPr>
              <a:t>Encapsulates states as objects.</a:t>
            </a:r>
            <a:br>
              <a:rPr lang="en-US" sz="1800" b="1" dirty="0">
                <a:solidFill>
                  <a:schemeClr val="accent6">
                    <a:lumMod val="60000"/>
                    <a:lumOff val="40000"/>
                  </a:schemeClr>
                </a:solidFill>
                <a:latin typeface="Avenir Next LT Pro (Body)"/>
              </a:rPr>
            </a:br>
            <a:r>
              <a:rPr lang="en-US" sz="1800" dirty="0">
                <a:latin typeface="Avenir Next LT Pro (Body)"/>
              </a:rPr>
              <a:t>This pattern is particularly useful when an object’s behavior depends on its state, and the state can change during the object’s lifecycle.</a:t>
            </a:r>
            <a:br>
              <a:rPr lang="en-US" sz="1800" dirty="0">
                <a:latin typeface="Avenir Next LT Pro (Body)"/>
              </a:rPr>
            </a:br>
            <a:br>
              <a:rPr lang="en-US" sz="1800" dirty="0">
                <a:latin typeface="Avenir Next LT Pro (Body)"/>
              </a:rPr>
            </a:br>
            <a:r>
              <a:rPr lang="en-US" sz="1800" b="1" dirty="0">
                <a:solidFill>
                  <a:schemeClr val="accent6">
                    <a:lumMod val="60000"/>
                    <a:lumOff val="40000"/>
                  </a:schemeClr>
                </a:solidFill>
                <a:latin typeface="Avenir Next LT Pro (Body)"/>
              </a:rPr>
              <a:t>Components:</a:t>
            </a:r>
            <a:br>
              <a:rPr lang="en-US" sz="1800" dirty="0">
                <a:latin typeface="Avenir Next LT Pro (Body)"/>
              </a:rPr>
            </a:br>
            <a:br>
              <a:rPr lang="en-US" sz="1800" dirty="0">
                <a:latin typeface="Avenir Next LT Pro (Body)"/>
              </a:rPr>
            </a:br>
            <a:r>
              <a:rPr lang="en-US" sz="1800" b="1" dirty="0">
                <a:solidFill>
                  <a:schemeClr val="accent1">
                    <a:lumMod val="60000"/>
                    <a:lumOff val="40000"/>
                  </a:schemeClr>
                </a:solidFill>
                <a:latin typeface="Avenir Next LT Pro (Body)"/>
              </a:rPr>
              <a:t>1) Context:</a:t>
            </a:r>
            <a:br>
              <a:rPr lang="en-US" sz="1800" dirty="0">
                <a:latin typeface="Avenir Next LT Pro (Body)"/>
              </a:rPr>
            </a:br>
            <a:r>
              <a:rPr lang="en-US" sz="1800" dirty="0">
                <a:latin typeface="Avenir Next LT Pro (Body)"/>
              </a:rPr>
              <a:t>The Context is the class that contains the object whose behavior changes based on its internal state. It maintains a reference to the current state object .</a:t>
            </a:r>
            <a:br>
              <a:rPr lang="en-US" sz="1800" dirty="0">
                <a:latin typeface="Avenir Next LT Pro (Body)"/>
              </a:rPr>
            </a:br>
            <a:br>
              <a:rPr lang="en-US" sz="1800" dirty="0">
                <a:latin typeface="Avenir Next LT Pro (Body)"/>
              </a:rPr>
            </a:br>
            <a:r>
              <a:rPr lang="en-US" sz="1800" b="1" dirty="0">
                <a:solidFill>
                  <a:schemeClr val="accent1">
                    <a:lumMod val="60000"/>
                    <a:lumOff val="40000"/>
                  </a:schemeClr>
                </a:solidFill>
                <a:latin typeface="Avenir Next LT Pro (Body)"/>
              </a:rPr>
              <a:t>2) State Interface or Base Class</a:t>
            </a:r>
            <a:br>
              <a:rPr lang="en-US" sz="1800" dirty="0">
                <a:latin typeface="Avenir Next LT Pro (Body)"/>
              </a:rPr>
            </a:br>
            <a:r>
              <a:rPr lang="en-US" sz="1800" dirty="0">
                <a:latin typeface="Avenir Next LT Pro (Body)"/>
              </a:rPr>
              <a:t>The State interface or base class defines a common interface for all concrete state classes.</a:t>
            </a:r>
            <a:br>
              <a:rPr lang="en-US" sz="1800" dirty="0">
                <a:latin typeface="Avenir Next LT Pro (Body)"/>
              </a:rPr>
            </a:br>
            <a:br>
              <a:rPr lang="en-US" sz="1800" dirty="0">
                <a:latin typeface="Avenir Next LT Pro (Body)"/>
              </a:rPr>
            </a:br>
            <a:r>
              <a:rPr lang="en-US" sz="1800" b="1" dirty="0">
                <a:solidFill>
                  <a:schemeClr val="accent1">
                    <a:lumMod val="60000"/>
                    <a:lumOff val="40000"/>
                  </a:schemeClr>
                </a:solidFill>
                <a:latin typeface="Avenir Next LT Pro (Body)"/>
              </a:rPr>
              <a:t>3) Concrete States:</a:t>
            </a:r>
            <a:br>
              <a:rPr lang="en-US" sz="1800" dirty="0">
                <a:latin typeface="Avenir Next LT Pro (Body)"/>
              </a:rPr>
            </a:br>
            <a:r>
              <a:rPr lang="en-US" sz="1800" dirty="0">
                <a:latin typeface="Avenir Next LT Pro (Body)"/>
              </a:rPr>
              <a:t>Concrete state classes implement the State interface or extend the base class. Each concrete state class encapsulates the behavior associated with a specific state of the Context.</a:t>
            </a:r>
          </a:p>
        </p:txBody>
      </p:sp>
    </p:spTree>
    <p:extLst>
      <p:ext uri="{BB962C8B-B14F-4D97-AF65-F5344CB8AC3E}">
        <p14:creationId xmlns:p14="http://schemas.microsoft.com/office/powerpoint/2010/main" val="9537967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E0AB45-9BB2-A093-A796-CB070C2C86CA}"/>
              </a:ext>
            </a:extLst>
          </p:cNvPr>
          <p:cNvPicPr>
            <a:picLocks noChangeAspect="1"/>
          </p:cNvPicPr>
          <p:nvPr/>
        </p:nvPicPr>
        <p:blipFill>
          <a:blip r:embed="rId2"/>
          <a:stretch>
            <a:fillRect/>
          </a:stretch>
        </p:blipFill>
        <p:spPr>
          <a:xfrm>
            <a:off x="600890" y="1978940"/>
            <a:ext cx="3733992" cy="1295467"/>
          </a:xfrm>
          <a:prstGeom prst="rect">
            <a:avLst/>
          </a:prstGeom>
        </p:spPr>
      </p:pic>
      <p:pic>
        <p:nvPicPr>
          <p:cNvPr id="6" name="Picture 5">
            <a:extLst>
              <a:ext uri="{FF2B5EF4-FFF2-40B4-BE49-F238E27FC236}">
                <a16:creationId xmlns:a16="http://schemas.microsoft.com/office/drawing/2014/main" id="{172BBE54-0CDF-C0FC-C8DB-07893CC78B42}"/>
              </a:ext>
            </a:extLst>
          </p:cNvPr>
          <p:cNvPicPr>
            <a:picLocks noChangeAspect="1"/>
          </p:cNvPicPr>
          <p:nvPr/>
        </p:nvPicPr>
        <p:blipFill>
          <a:blip r:embed="rId3"/>
          <a:stretch>
            <a:fillRect/>
          </a:stretch>
        </p:blipFill>
        <p:spPr>
          <a:xfrm>
            <a:off x="600890" y="4923512"/>
            <a:ext cx="3733992" cy="1530429"/>
          </a:xfrm>
          <a:prstGeom prst="rect">
            <a:avLst/>
          </a:prstGeom>
        </p:spPr>
      </p:pic>
      <p:pic>
        <p:nvPicPr>
          <p:cNvPr id="8" name="Picture 7">
            <a:extLst>
              <a:ext uri="{FF2B5EF4-FFF2-40B4-BE49-F238E27FC236}">
                <a16:creationId xmlns:a16="http://schemas.microsoft.com/office/drawing/2014/main" id="{DD20D107-17B9-0B07-82CD-8DCE57AAC849}"/>
              </a:ext>
            </a:extLst>
          </p:cNvPr>
          <p:cNvPicPr>
            <a:picLocks noChangeAspect="1"/>
          </p:cNvPicPr>
          <p:nvPr/>
        </p:nvPicPr>
        <p:blipFill>
          <a:blip r:embed="rId4"/>
          <a:stretch>
            <a:fillRect/>
          </a:stretch>
        </p:blipFill>
        <p:spPr>
          <a:xfrm>
            <a:off x="600890" y="3429000"/>
            <a:ext cx="3733992" cy="1339919"/>
          </a:xfrm>
          <a:prstGeom prst="rect">
            <a:avLst/>
          </a:prstGeom>
        </p:spPr>
      </p:pic>
      <p:pic>
        <p:nvPicPr>
          <p:cNvPr id="10" name="Picture 9">
            <a:extLst>
              <a:ext uri="{FF2B5EF4-FFF2-40B4-BE49-F238E27FC236}">
                <a16:creationId xmlns:a16="http://schemas.microsoft.com/office/drawing/2014/main" id="{DA9BAA6D-7AEE-A0D9-0967-72FB9A74FC10}"/>
              </a:ext>
            </a:extLst>
          </p:cNvPr>
          <p:cNvPicPr>
            <a:picLocks noChangeAspect="1"/>
          </p:cNvPicPr>
          <p:nvPr/>
        </p:nvPicPr>
        <p:blipFill>
          <a:blip r:embed="rId5"/>
          <a:stretch>
            <a:fillRect/>
          </a:stretch>
        </p:blipFill>
        <p:spPr>
          <a:xfrm>
            <a:off x="1216871" y="927313"/>
            <a:ext cx="2502029" cy="787440"/>
          </a:xfrm>
          <a:prstGeom prst="rect">
            <a:avLst/>
          </a:prstGeom>
        </p:spPr>
      </p:pic>
      <p:pic>
        <p:nvPicPr>
          <p:cNvPr id="12" name="Picture 11">
            <a:extLst>
              <a:ext uri="{FF2B5EF4-FFF2-40B4-BE49-F238E27FC236}">
                <a16:creationId xmlns:a16="http://schemas.microsoft.com/office/drawing/2014/main" id="{E9003AE4-8C32-B487-3D88-941BF6EB46ED}"/>
              </a:ext>
            </a:extLst>
          </p:cNvPr>
          <p:cNvPicPr>
            <a:picLocks noChangeAspect="1"/>
          </p:cNvPicPr>
          <p:nvPr/>
        </p:nvPicPr>
        <p:blipFill>
          <a:blip r:embed="rId6"/>
          <a:stretch>
            <a:fillRect/>
          </a:stretch>
        </p:blipFill>
        <p:spPr>
          <a:xfrm>
            <a:off x="4685032" y="2942358"/>
            <a:ext cx="2967625" cy="2095608"/>
          </a:xfrm>
          <a:prstGeom prst="rect">
            <a:avLst/>
          </a:prstGeom>
        </p:spPr>
      </p:pic>
      <p:pic>
        <p:nvPicPr>
          <p:cNvPr id="14" name="Picture 13">
            <a:extLst>
              <a:ext uri="{FF2B5EF4-FFF2-40B4-BE49-F238E27FC236}">
                <a16:creationId xmlns:a16="http://schemas.microsoft.com/office/drawing/2014/main" id="{96B57FB0-3DDE-9B92-E177-FD2BC55DCAD4}"/>
              </a:ext>
            </a:extLst>
          </p:cNvPr>
          <p:cNvPicPr>
            <a:picLocks noChangeAspect="1"/>
          </p:cNvPicPr>
          <p:nvPr/>
        </p:nvPicPr>
        <p:blipFill>
          <a:blip r:embed="rId7"/>
          <a:stretch>
            <a:fillRect/>
          </a:stretch>
        </p:blipFill>
        <p:spPr>
          <a:xfrm>
            <a:off x="8032536" y="2958234"/>
            <a:ext cx="3984048" cy="2063856"/>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8">
            <p14:nvContentPartPr>
              <p14:cNvPr id="15" name="Ink 14">
                <a:extLst>
                  <a:ext uri="{FF2B5EF4-FFF2-40B4-BE49-F238E27FC236}">
                    <a16:creationId xmlns:a16="http://schemas.microsoft.com/office/drawing/2014/main" id="{81CEC127-CAB1-430B-65EE-292F21BB2E01}"/>
                  </a:ext>
                </a:extLst>
              </p14:cNvPr>
              <p14:cNvContentPartPr/>
              <p14:nvPr/>
            </p14:nvContentPartPr>
            <p14:xfrm>
              <a:off x="4321303" y="2862960"/>
              <a:ext cx="361080" cy="303480"/>
            </p14:xfrm>
          </p:contentPart>
        </mc:Choice>
        <mc:Fallback xmlns="">
          <p:pic>
            <p:nvPicPr>
              <p:cNvPr id="15" name="Ink 14">
                <a:extLst>
                  <a:ext uri="{FF2B5EF4-FFF2-40B4-BE49-F238E27FC236}">
                    <a16:creationId xmlns:a16="http://schemas.microsoft.com/office/drawing/2014/main" id="{81CEC127-CAB1-430B-65EE-292F21BB2E01}"/>
                  </a:ext>
                </a:extLst>
              </p:cNvPr>
              <p:cNvPicPr/>
              <p:nvPr/>
            </p:nvPicPr>
            <p:blipFill>
              <a:blip r:embed="rId9"/>
              <a:stretch>
                <a:fillRect/>
              </a:stretch>
            </p:blipFill>
            <p:spPr>
              <a:xfrm>
                <a:off x="4312303" y="2853960"/>
                <a:ext cx="378720" cy="321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6" name="Ink 15">
                <a:extLst>
                  <a:ext uri="{FF2B5EF4-FFF2-40B4-BE49-F238E27FC236}">
                    <a16:creationId xmlns:a16="http://schemas.microsoft.com/office/drawing/2014/main" id="{17964C71-60B3-A7FF-7686-C403109384C5}"/>
                  </a:ext>
                </a:extLst>
              </p14:cNvPr>
              <p14:cNvContentPartPr/>
              <p14:nvPr/>
            </p14:nvContentPartPr>
            <p14:xfrm>
              <a:off x="4343263" y="3936120"/>
              <a:ext cx="391320" cy="81000"/>
            </p14:xfrm>
          </p:contentPart>
        </mc:Choice>
        <mc:Fallback xmlns="">
          <p:pic>
            <p:nvPicPr>
              <p:cNvPr id="16" name="Ink 15">
                <a:extLst>
                  <a:ext uri="{FF2B5EF4-FFF2-40B4-BE49-F238E27FC236}">
                    <a16:creationId xmlns:a16="http://schemas.microsoft.com/office/drawing/2014/main" id="{17964C71-60B3-A7FF-7686-C403109384C5}"/>
                  </a:ext>
                </a:extLst>
              </p:cNvPr>
              <p:cNvPicPr/>
              <p:nvPr/>
            </p:nvPicPr>
            <p:blipFill>
              <a:blip r:embed="rId11"/>
              <a:stretch>
                <a:fillRect/>
              </a:stretch>
            </p:blipFill>
            <p:spPr>
              <a:xfrm>
                <a:off x="4334623" y="3927120"/>
                <a:ext cx="408960" cy="98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17" name="Ink 16">
                <a:extLst>
                  <a:ext uri="{FF2B5EF4-FFF2-40B4-BE49-F238E27FC236}">
                    <a16:creationId xmlns:a16="http://schemas.microsoft.com/office/drawing/2014/main" id="{77FC1BEF-38A9-9E5F-9C35-8F787CBBA9EC}"/>
                  </a:ext>
                </a:extLst>
              </p14:cNvPr>
              <p14:cNvContentPartPr/>
              <p14:nvPr/>
            </p14:nvContentPartPr>
            <p14:xfrm>
              <a:off x="4364863" y="4628400"/>
              <a:ext cx="335880" cy="803880"/>
            </p14:xfrm>
          </p:contentPart>
        </mc:Choice>
        <mc:Fallback xmlns="">
          <p:pic>
            <p:nvPicPr>
              <p:cNvPr id="17" name="Ink 16">
                <a:extLst>
                  <a:ext uri="{FF2B5EF4-FFF2-40B4-BE49-F238E27FC236}">
                    <a16:creationId xmlns:a16="http://schemas.microsoft.com/office/drawing/2014/main" id="{77FC1BEF-38A9-9E5F-9C35-8F787CBBA9EC}"/>
                  </a:ext>
                </a:extLst>
              </p:cNvPr>
              <p:cNvPicPr/>
              <p:nvPr/>
            </p:nvPicPr>
            <p:blipFill>
              <a:blip r:embed="rId13"/>
              <a:stretch>
                <a:fillRect/>
              </a:stretch>
            </p:blipFill>
            <p:spPr>
              <a:xfrm>
                <a:off x="4356223" y="4619760"/>
                <a:ext cx="353520" cy="821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8" name="Ink 17">
                <a:extLst>
                  <a:ext uri="{FF2B5EF4-FFF2-40B4-BE49-F238E27FC236}">
                    <a16:creationId xmlns:a16="http://schemas.microsoft.com/office/drawing/2014/main" id="{6B5FC4DF-CFF8-433B-BDB5-A2CE62E1F574}"/>
                  </a:ext>
                </a:extLst>
              </p14:cNvPr>
              <p14:cNvContentPartPr/>
              <p14:nvPr/>
            </p14:nvContentPartPr>
            <p14:xfrm>
              <a:off x="7632943" y="3984000"/>
              <a:ext cx="388440" cy="95400"/>
            </p14:xfrm>
          </p:contentPart>
        </mc:Choice>
        <mc:Fallback xmlns="">
          <p:pic>
            <p:nvPicPr>
              <p:cNvPr id="18" name="Ink 17">
                <a:extLst>
                  <a:ext uri="{FF2B5EF4-FFF2-40B4-BE49-F238E27FC236}">
                    <a16:creationId xmlns:a16="http://schemas.microsoft.com/office/drawing/2014/main" id="{6B5FC4DF-CFF8-433B-BDB5-A2CE62E1F574}"/>
                  </a:ext>
                </a:extLst>
              </p:cNvPr>
              <p:cNvPicPr/>
              <p:nvPr/>
            </p:nvPicPr>
            <p:blipFill>
              <a:blip r:embed="rId15"/>
              <a:stretch>
                <a:fillRect/>
              </a:stretch>
            </p:blipFill>
            <p:spPr>
              <a:xfrm>
                <a:off x="7624303" y="3975360"/>
                <a:ext cx="406080" cy="113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19" name="Ink 18">
                <a:extLst>
                  <a:ext uri="{FF2B5EF4-FFF2-40B4-BE49-F238E27FC236}">
                    <a16:creationId xmlns:a16="http://schemas.microsoft.com/office/drawing/2014/main" id="{9DA06903-B238-2BB5-F51C-949D919ACFB2}"/>
                  </a:ext>
                </a:extLst>
              </p14:cNvPr>
              <p14:cNvContentPartPr/>
              <p14:nvPr/>
            </p14:nvContentPartPr>
            <p14:xfrm>
              <a:off x="2416543" y="1708800"/>
              <a:ext cx="66600" cy="273240"/>
            </p14:xfrm>
          </p:contentPart>
        </mc:Choice>
        <mc:Fallback xmlns="">
          <p:pic>
            <p:nvPicPr>
              <p:cNvPr id="19" name="Ink 18">
                <a:extLst>
                  <a:ext uri="{FF2B5EF4-FFF2-40B4-BE49-F238E27FC236}">
                    <a16:creationId xmlns:a16="http://schemas.microsoft.com/office/drawing/2014/main" id="{9DA06903-B238-2BB5-F51C-949D919ACFB2}"/>
                  </a:ext>
                </a:extLst>
              </p:cNvPr>
              <p:cNvPicPr/>
              <p:nvPr/>
            </p:nvPicPr>
            <p:blipFill>
              <a:blip r:embed="rId17"/>
              <a:stretch>
                <a:fillRect/>
              </a:stretch>
            </p:blipFill>
            <p:spPr>
              <a:xfrm>
                <a:off x="2407903" y="1699800"/>
                <a:ext cx="84240" cy="290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20" name="Ink 19">
                <a:extLst>
                  <a:ext uri="{FF2B5EF4-FFF2-40B4-BE49-F238E27FC236}">
                    <a16:creationId xmlns:a16="http://schemas.microsoft.com/office/drawing/2014/main" id="{07C00137-2D09-2742-2DE5-35CC334608CC}"/>
                  </a:ext>
                </a:extLst>
              </p14:cNvPr>
              <p14:cNvContentPartPr/>
              <p14:nvPr/>
            </p14:nvContentPartPr>
            <p14:xfrm>
              <a:off x="4639903" y="4669800"/>
              <a:ext cx="52200" cy="169200"/>
            </p14:xfrm>
          </p:contentPart>
        </mc:Choice>
        <mc:Fallback xmlns="">
          <p:pic>
            <p:nvPicPr>
              <p:cNvPr id="20" name="Ink 19">
                <a:extLst>
                  <a:ext uri="{FF2B5EF4-FFF2-40B4-BE49-F238E27FC236}">
                    <a16:creationId xmlns:a16="http://schemas.microsoft.com/office/drawing/2014/main" id="{07C00137-2D09-2742-2DE5-35CC334608CC}"/>
                  </a:ext>
                </a:extLst>
              </p:cNvPr>
              <p:cNvPicPr/>
              <p:nvPr/>
            </p:nvPicPr>
            <p:blipFill>
              <a:blip r:embed="rId19"/>
              <a:stretch>
                <a:fillRect/>
              </a:stretch>
            </p:blipFill>
            <p:spPr>
              <a:xfrm>
                <a:off x="4630903" y="4661160"/>
                <a:ext cx="69840" cy="1868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0">
            <p14:nvContentPartPr>
              <p14:cNvPr id="21" name="Ink 20">
                <a:extLst>
                  <a:ext uri="{FF2B5EF4-FFF2-40B4-BE49-F238E27FC236}">
                    <a16:creationId xmlns:a16="http://schemas.microsoft.com/office/drawing/2014/main" id="{8D152A2C-61B2-093D-8B9C-EE14D3629C2B}"/>
                  </a:ext>
                </a:extLst>
              </p14:cNvPr>
              <p14:cNvContentPartPr/>
              <p14:nvPr/>
            </p14:nvContentPartPr>
            <p14:xfrm>
              <a:off x="4321303" y="4675920"/>
              <a:ext cx="379440" cy="930240"/>
            </p14:xfrm>
          </p:contentPart>
        </mc:Choice>
        <mc:Fallback xmlns="">
          <p:pic>
            <p:nvPicPr>
              <p:cNvPr id="21" name="Ink 20">
                <a:extLst>
                  <a:ext uri="{FF2B5EF4-FFF2-40B4-BE49-F238E27FC236}">
                    <a16:creationId xmlns:a16="http://schemas.microsoft.com/office/drawing/2014/main" id="{8D152A2C-61B2-093D-8B9C-EE14D3629C2B}"/>
                  </a:ext>
                </a:extLst>
              </p:cNvPr>
              <p:cNvPicPr/>
              <p:nvPr/>
            </p:nvPicPr>
            <p:blipFill>
              <a:blip r:embed="rId21"/>
              <a:stretch>
                <a:fillRect/>
              </a:stretch>
            </p:blipFill>
            <p:spPr>
              <a:xfrm>
                <a:off x="4312303" y="4667280"/>
                <a:ext cx="397080" cy="947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2">
            <p14:nvContentPartPr>
              <p14:cNvPr id="22" name="Ink 21">
                <a:extLst>
                  <a:ext uri="{FF2B5EF4-FFF2-40B4-BE49-F238E27FC236}">
                    <a16:creationId xmlns:a16="http://schemas.microsoft.com/office/drawing/2014/main" id="{F64B221F-13F2-056D-A880-183A3FA4E9DB}"/>
                  </a:ext>
                </a:extLst>
              </p14:cNvPr>
              <p14:cNvContentPartPr/>
              <p14:nvPr/>
            </p14:nvContentPartPr>
            <p14:xfrm>
              <a:off x="4353703" y="3956640"/>
              <a:ext cx="448200" cy="60480"/>
            </p14:xfrm>
          </p:contentPart>
        </mc:Choice>
        <mc:Fallback xmlns="">
          <p:pic>
            <p:nvPicPr>
              <p:cNvPr id="22" name="Ink 21">
                <a:extLst>
                  <a:ext uri="{FF2B5EF4-FFF2-40B4-BE49-F238E27FC236}">
                    <a16:creationId xmlns:a16="http://schemas.microsoft.com/office/drawing/2014/main" id="{F64B221F-13F2-056D-A880-183A3FA4E9DB}"/>
                  </a:ext>
                </a:extLst>
              </p:cNvPr>
              <p:cNvPicPr/>
              <p:nvPr/>
            </p:nvPicPr>
            <p:blipFill>
              <a:blip r:embed="rId23"/>
              <a:stretch>
                <a:fillRect/>
              </a:stretch>
            </p:blipFill>
            <p:spPr>
              <a:xfrm>
                <a:off x="4345063" y="3948000"/>
                <a:ext cx="465840" cy="78120"/>
              </a:xfrm>
              <a:prstGeom prst="rect">
                <a:avLst/>
              </a:prstGeom>
            </p:spPr>
          </p:pic>
        </mc:Fallback>
      </mc:AlternateContent>
    </p:spTree>
    <p:extLst>
      <p:ext uri="{BB962C8B-B14F-4D97-AF65-F5344CB8AC3E}">
        <p14:creationId xmlns:p14="http://schemas.microsoft.com/office/powerpoint/2010/main" val="23912282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48C32-AA3C-22FF-C733-0FF47BC0EE0A}"/>
              </a:ext>
            </a:extLst>
          </p:cNvPr>
          <p:cNvSpPr>
            <a:spLocks noGrp="1"/>
          </p:cNvSpPr>
          <p:nvPr>
            <p:ph type="title"/>
          </p:nvPr>
        </p:nvSpPr>
        <p:spPr>
          <a:xfrm>
            <a:off x="2194606" y="2672442"/>
            <a:ext cx="11090275" cy="1513115"/>
          </a:xfrm>
        </p:spPr>
        <p:txBody>
          <a:bodyPr/>
          <a:lstStyle/>
          <a:p>
            <a:r>
              <a:rPr lang="en-US" dirty="0"/>
              <a:t>Strategy pattern</a:t>
            </a:r>
          </a:p>
        </p:txBody>
      </p:sp>
    </p:spTree>
    <p:extLst>
      <p:ext uri="{BB962C8B-B14F-4D97-AF65-F5344CB8AC3E}">
        <p14:creationId xmlns:p14="http://schemas.microsoft.com/office/powerpoint/2010/main" val="22254710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EB1FD-32C1-E632-6A66-666E449821DD}"/>
              </a:ext>
            </a:extLst>
          </p:cNvPr>
          <p:cNvSpPr>
            <a:spLocks noGrp="1"/>
          </p:cNvSpPr>
          <p:nvPr>
            <p:ph type="title"/>
          </p:nvPr>
        </p:nvSpPr>
        <p:spPr/>
        <p:txBody>
          <a:bodyPr>
            <a:normAutofit/>
          </a:bodyPr>
          <a:lstStyle/>
          <a:p>
            <a:r>
              <a:rPr lang="en-US" sz="1800" dirty="0">
                <a:latin typeface="Avenir Next LT Pro (Body)"/>
              </a:rPr>
              <a:t>The Strategy Design Pattern defines a family of algorithms or strategies, encapsulates each one, and makes them interchangeable, allowing clients to switch algorithms dynamically without altering the code structure.</a:t>
            </a:r>
            <a:br>
              <a:rPr lang="en-US" sz="1800" dirty="0">
                <a:latin typeface="Avenir Next LT Pro (Body)"/>
              </a:rPr>
            </a:br>
            <a:br>
              <a:rPr lang="en-US" sz="1800" dirty="0">
                <a:latin typeface="Avenir Next LT Pro (Body)"/>
              </a:rPr>
            </a:br>
            <a:r>
              <a:rPr lang="en-US" sz="1800" dirty="0">
                <a:latin typeface="Avenir Next LT Pro (Body)"/>
              </a:rPr>
              <a:t>1. Context</a:t>
            </a:r>
            <a:br>
              <a:rPr lang="en-US" sz="1800" dirty="0">
                <a:latin typeface="Avenir Next LT Pro (Body)"/>
              </a:rPr>
            </a:br>
            <a:r>
              <a:rPr lang="en-US" sz="1800" dirty="0">
                <a:latin typeface="Avenir Next LT Pro (Body)"/>
              </a:rPr>
              <a:t>A class or object known as the Context assigns the task to a strategy object and contains a reference to it.</a:t>
            </a:r>
            <a:br>
              <a:rPr lang="en-US" sz="1800" dirty="0">
                <a:latin typeface="Avenir Next LT Pro (Body)"/>
              </a:rPr>
            </a:br>
            <a:br>
              <a:rPr lang="en-US" sz="1800" dirty="0">
                <a:latin typeface="Avenir Next LT Pro (Body)"/>
              </a:rPr>
            </a:br>
            <a:r>
              <a:rPr lang="en-US" sz="1800" dirty="0">
                <a:latin typeface="Avenir Next LT Pro (Body)"/>
              </a:rPr>
              <a:t>2. Strategy Interface</a:t>
            </a:r>
            <a:br>
              <a:rPr lang="en-US" sz="1800" dirty="0">
                <a:latin typeface="Avenir Next LT Pro (Body)"/>
              </a:rPr>
            </a:br>
            <a:r>
              <a:rPr lang="en-US" sz="1800" dirty="0">
                <a:latin typeface="Avenir Next LT Pro (Body)"/>
              </a:rPr>
              <a:t>An abstract class or interface known as the Strategy Interface specifies a set of methods that all concrete strategies must implement.</a:t>
            </a:r>
            <a:br>
              <a:rPr lang="en-US" sz="1800" dirty="0">
                <a:latin typeface="Avenir Next LT Pro (Body)"/>
              </a:rPr>
            </a:br>
            <a:br>
              <a:rPr lang="en-US" sz="1800" dirty="0">
                <a:latin typeface="Avenir Next LT Pro (Body)"/>
              </a:rPr>
            </a:br>
            <a:r>
              <a:rPr lang="en-US" sz="1800" dirty="0">
                <a:latin typeface="Avenir Next LT Pro (Body)"/>
              </a:rPr>
              <a:t>3. Concrete Strategies</a:t>
            </a:r>
            <a:br>
              <a:rPr lang="en-US" sz="1800" dirty="0">
                <a:latin typeface="Avenir Next LT Pro (Body)"/>
              </a:rPr>
            </a:br>
            <a:r>
              <a:rPr lang="en-US" sz="1800" dirty="0">
                <a:latin typeface="Avenir Next LT Pro (Body)"/>
              </a:rPr>
              <a:t>Concrete Strategies are the various implementations of the Strategy Interface. Each concrete strategy provides a specific algorithm or behavior</a:t>
            </a:r>
          </a:p>
        </p:txBody>
      </p:sp>
    </p:spTree>
    <p:extLst>
      <p:ext uri="{BB962C8B-B14F-4D97-AF65-F5344CB8AC3E}">
        <p14:creationId xmlns:p14="http://schemas.microsoft.com/office/powerpoint/2010/main" val="27028024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444323-B327-E028-A209-6C2E26B72595}"/>
              </a:ext>
            </a:extLst>
          </p:cNvPr>
          <p:cNvPicPr>
            <a:picLocks noChangeAspect="1"/>
          </p:cNvPicPr>
          <p:nvPr/>
        </p:nvPicPr>
        <p:blipFill>
          <a:blip r:embed="rId2"/>
          <a:stretch>
            <a:fillRect/>
          </a:stretch>
        </p:blipFill>
        <p:spPr>
          <a:xfrm>
            <a:off x="415821" y="2195703"/>
            <a:ext cx="3753408" cy="1378021"/>
          </a:xfrm>
          <a:prstGeom prst="rect">
            <a:avLst/>
          </a:prstGeom>
        </p:spPr>
      </p:pic>
      <p:pic>
        <p:nvPicPr>
          <p:cNvPr id="6" name="Picture 5">
            <a:extLst>
              <a:ext uri="{FF2B5EF4-FFF2-40B4-BE49-F238E27FC236}">
                <a16:creationId xmlns:a16="http://schemas.microsoft.com/office/drawing/2014/main" id="{91163364-60AA-819A-FBEB-0C1FB2041FA0}"/>
              </a:ext>
            </a:extLst>
          </p:cNvPr>
          <p:cNvPicPr>
            <a:picLocks noChangeAspect="1"/>
          </p:cNvPicPr>
          <p:nvPr/>
        </p:nvPicPr>
        <p:blipFill>
          <a:blip r:embed="rId3"/>
          <a:stretch>
            <a:fillRect/>
          </a:stretch>
        </p:blipFill>
        <p:spPr>
          <a:xfrm>
            <a:off x="415822" y="4016790"/>
            <a:ext cx="3753408" cy="1524078"/>
          </a:xfrm>
          <a:prstGeom prst="rect">
            <a:avLst/>
          </a:prstGeom>
        </p:spPr>
      </p:pic>
      <p:pic>
        <p:nvPicPr>
          <p:cNvPr id="8" name="Picture 7">
            <a:extLst>
              <a:ext uri="{FF2B5EF4-FFF2-40B4-BE49-F238E27FC236}">
                <a16:creationId xmlns:a16="http://schemas.microsoft.com/office/drawing/2014/main" id="{BDAB1137-9C39-5334-A39A-22AAF6DA74FA}"/>
              </a:ext>
            </a:extLst>
          </p:cNvPr>
          <p:cNvPicPr>
            <a:picLocks noChangeAspect="1"/>
          </p:cNvPicPr>
          <p:nvPr/>
        </p:nvPicPr>
        <p:blipFill>
          <a:blip r:embed="rId4"/>
          <a:stretch>
            <a:fillRect/>
          </a:stretch>
        </p:blipFill>
        <p:spPr>
          <a:xfrm>
            <a:off x="1193918" y="932937"/>
            <a:ext cx="2197213" cy="768389"/>
          </a:xfrm>
          <a:prstGeom prst="rect">
            <a:avLst/>
          </a:prstGeom>
        </p:spPr>
      </p:pic>
      <p:pic>
        <p:nvPicPr>
          <p:cNvPr id="10" name="Picture 9">
            <a:extLst>
              <a:ext uri="{FF2B5EF4-FFF2-40B4-BE49-F238E27FC236}">
                <a16:creationId xmlns:a16="http://schemas.microsoft.com/office/drawing/2014/main" id="{08AB7BEB-0126-1461-0A74-FF1DB30ABD54}"/>
              </a:ext>
            </a:extLst>
          </p:cNvPr>
          <p:cNvPicPr>
            <a:picLocks noChangeAspect="1"/>
          </p:cNvPicPr>
          <p:nvPr/>
        </p:nvPicPr>
        <p:blipFill>
          <a:blip r:embed="rId5"/>
          <a:stretch>
            <a:fillRect/>
          </a:stretch>
        </p:blipFill>
        <p:spPr>
          <a:xfrm>
            <a:off x="4937511" y="2430172"/>
            <a:ext cx="2578233" cy="2476627"/>
          </a:xfrm>
          <a:prstGeom prst="rect">
            <a:avLst/>
          </a:prstGeom>
        </p:spPr>
      </p:pic>
      <p:pic>
        <p:nvPicPr>
          <p:cNvPr id="12" name="Picture 11">
            <a:extLst>
              <a:ext uri="{FF2B5EF4-FFF2-40B4-BE49-F238E27FC236}">
                <a16:creationId xmlns:a16="http://schemas.microsoft.com/office/drawing/2014/main" id="{692EB093-1E63-D471-0D4F-9ED7D6039CAC}"/>
              </a:ext>
            </a:extLst>
          </p:cNvPr>
          <p:cNvPicPr>
            <a:picLocks noChangeAspect="1"/>
          </p:cNvPicPr>
          <p:nvPr/>
        </p:nvPicPr>
        <p:blipFill>
          <a:blip r:embed="rId6"/>
          <a:stretch>
            <a:fillRect/>
          </a:stretch>
        </p:blipFill>
        <p:spPr>
          <a:xfrm>
            <a:off x="7717972" y="2430171"/>
            <a:ext cx="4201885" cy="2476627"/>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7">
            <p14:nvContentPartPr>
              <p14:cNvPr id="13" name="Ink 12">
                <a:extLst>
                  <a:ext uri="{FF2B5EF4-FFF2-40B4-BE49-F238E27FC236}">
                    <a16:creationId xmlns:a16="http://schemas.microsoft.com/office/drawing/2014/main" id="{F3739F29-711A-FFEE-A3D2-E4E5CDB2E844}"/>
                  </a:ext>
                </a:extLst>
              </p14:cNvPr>
              <p14:cNvContentPartPr/>
              <p14:nvPr/>
            </p14:nvContentPartPr>
            <p14:xfrm>
              <a:off x="2143440" y="1730400"/>
              <a:ext cx="12240" cy="401040"/>
            </p14:xfrm>
          </p:contentPart>
        </mc:Choice>
        <mc:Fallback xmlns="">
          <p:pic>
            <p:nvPicPr>
              <p:cNvPr id="13" name="Ink 12">
                <a:extLst>
                  <a:ext uri="{FF2B5EF4-FFF2-40B4-BE49-F238E27FC236}">
                    <a16:creationId xmlns:a16="http://schemas.microsoft.com/office/drawing/2014/main" id="{F3739F29-711A-FFEE-A3D2-E4E5CDB2E844}"/>
                  </a:ext>
                </a:extLst>
              </p:cNvPr>
              <p:cNvPicPr/>
              <p:nvPr/>
            </p:nvPicPr>
            <p:blipFill>
              <a:blip r:embed="rId8"/>
              <a:stretch>
                <a:fillRect/>
              </a:stretch>
            </p:blipFill>
            <p:spPr>
              <a:xfrm>
                <a:off x="2134800" y="1721400"/>
                <a:ext cx="29880" cy="4186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9">
            <p14:nvContentPartPr>
              <p14:cNvPr id="14" name="Ink 13">
                <a:extLst>
                  <a:ext uri="{FF2B5EF4-FFF2-40B4-BE49-F238E27FC236}">
                    <a16:creationId xmlns:a16="http://schemas.microsoft.com/office/drawing/2014/main" id="{56D27747-A9C9-BA5C-A728-C0F4E880CB2C}"/>
                  </a:ext>
                </a:extLst>
              </p14:cNvPr>
              <p14:cNvContentPartPr/>
              <p14:nvPr/>
            </p14:nvContentPartPr>
            <p14:xfrm>
              <a:off x="2154960" y="3613920"/>
              <a:ext cx="5040" cy="379080"/>
            </p14:xfrm>
          </p:contentPart>
        </mc:Choice>
        <mc:Fallback xmlns="">
          <p:pic>
            <p:nvPicPr>
              <p:cNvPr id="14" name="Ink 13">
                <a:extLst>
                  <a:ext uri="{FF2B5EF4-FFF2-40B4-BE49-F238E27FC236}">
                    <a16:creationId xmlns:a16="http://schemas.microsoft.com/office/drawing/2014/main" id="{56D27747-A9C9-BA5C-A728-C0F4E880CB2C}"/>
                  </a:ext>
                </a:extLst>
              </p:cNvPr>
              <p:cNvPicPr/>
              <p:nvPr/>
            </p:nvPicPr>
            <p:blipFill>
              <a:blip r:embed="rId10"/>
              <a:stretch>
                <a:fillRect/>
              </a:stretch>
            </p:blipFill>
            <p:spPr>
              <a:xfrm>
                <a:off x="2146320" y="3604920"/>
                <a:ext cx="22680" cy="3967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15" name="Ink 14">
                <a:extLst>
                  <a:ext uri="{FF2B5EF4-FFF2-40B4-BE49-F238E27FC236}">
                    <a16:creationId xmlns:a16="http://schemas.microsoft.com/office/drawing/2014/main" id="{CF179933-8B57-D2E7-AB94-5D74A1DCD85D}"/>
                  </a:ext>
                </a:extLst>
              </p14:cNvPr>
              <p14:cNvContentPartPr/>
              <p14:nvPr/>
            </p14:nvContentPartPr>
            <p14:xfrm>
              <a:off x="4191120" y="2884560"/>
              <a:ext cx="706680" cy="405720"/>
            </p14:xfrm>
          </p:contentPart>
        </mc:Choice>
        <mc:Fallback xmlns="">
          <p:pic>
            <p:nvPicPr>
              <p:cNvPr id="15" name="Ink 14">
                <a:extLst>
                  <a:ext uri="{FF2B5EF4-FFF2-40B4-BE49-F238E27FC236}">
                    <a16:creationId xmlns:a16="http://schemas.microsoft.com/office/drawing/2014/main" id="{CF179933-8B57-D2E7-AB94-5D74A1DCD85D}"/>
                  </a:ext>
                </a:extLst>
              </p:cNvPr>
              <p:cNvPicPr/>
              <p:nvPr/>
            </p:nvPicPr>
            <p:blipFill>
              <a:blip r:embed="rId12"/>
              <a:stretch>
                <a:fillRect/>
              </a:stretch>
            </p:blipFill>
            <p:spPr>
              <a:xfrm>
                <a:off x="4182120" y="2875560"/>
                <a:ext cx="724320" cy="4233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16" name="Ink 15">
                <a:extLst>
                  <a:ext uri="{FF2B5EF4-FFF2-40B4-BE49-F238E27FC236}">
                    <a16:creationId xmlns:a16="http://schemas.microsoft.com/office/drawing/2014/main" id="{372700AF-E682-3054-2498-FF4FE92B2522}"/>
                  </a:ext>
                </a:extLst>
              </p14:cNvPr>
              <p14:cNvContentPartPr/>
              <p14:nvPr/>
            </p14:nvContentPartPr>
            <p14:xfrm>
              <a:off x="4092840" y="4356600"/>
              <a:ext cx="708840" cy="411840"/>
            </p14:xfrm>
          </p:contentPart>
        </mc:Choice>
        <mc:Fallback xmlns="">
          <p:pic>
            <p:nvPicPr>
              <p:cNvPr id="16" name="Ink 15">
                <a:extLst>
                  <a:ext uri="{FF2B5EF4-FFF2-40B4-BE49-F238E27FC236}">
                    <a16:creationId xmlns:a16="http://schemas.microsoft.com/office/drawing/2014/main" id="{372700AF-E682-3054-2498-FF4FE92B2522}"/>
                  </a:ext>
                </a:extLst>
              </p:cNvPr>
              <p:cNvPicPr/>
              <p:nvPr/>
            </p:nvPicPr>
            <p:blipFill>
              <a:blip r:embed="rId14"/>
              <a:stretch>
                <a:fillRect/>
              </a:stretch>
            </p:blipFill>
            <p:spPr>
              <a:xfrm>
                <a:off x="4084200" y="4347600"/>
                <a:ext cx="726480" cy="4294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17" name="Ink 16">
                <a:extLst>
                  <a:ext uri="{FF2B5EF4-FFF2-40B4-BE49-F238E27FC236}">
                    <a16:creationId xmlns:a16="http://schemas.microsoft.com/office/drawing/2014/main" id="{732C6E6B-D89E-8F12-BE96-3DEB8FEF475B}"/>
                  </a:ext>
                </a:extLst>
              </p14:cNvPr>
              <p14:cNvContentPartPr/>
              <p14:nvPr/>
            </p14:nvContentPartPr>
            <p14:xfrm>
              <a:off x="7324200" y="3651000"/>
              <a:ext cx="424080" cy="39600"/>
            </p14:xfrm>
          </p:contentPart>
        </mc:Choice>
        <mc:Fallback xmlns="">
          <p:pic>
            <p:nvPicPr>
              <p:cNvPr id="17" name="Ink 16">
                <a:extLst>
                  <a:ext uri="{FF2B5EF4-FFF2-40B4-BE49-F238E27FC236}">
                    <a16:creationId xmlns:a16="http://schemas.microsoft.com/office/drawing/2014/main" id="{732C6E6B-D89E-8F12-BE96-3DEB8FEF475B}"/>
                  </a:ext>
                </a:extLst>
              </p:cNvPr>
              <p:cNvPicPr/>
              <p:nvPr/>
            </p:nvPicPr>
            <p:blipFill>
              <a:blip r:embed="rId16"/>
              <a:stretch>
                <a:fillRect/>
              </a:stretch>
            </p:blipFill>
            <p:spPr>
              <a:xfrm>
                <a:off x="7315200" y="3642000"/>
                <a:ext cx="441720" cy="572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7">
            <p14:nvContentPartPr>
              <p14:cNvPr id="18" name="Ink 17">
                <a:extLst>
                  <a:ext uri="{FF2B5EF4-FFF2-40B4-BE49-F238E27FC236}">
                    <a16:creationId xmlns:a16="http://schemas.microsoft.com/office/drawing/2014/main" id="{39D135C4-14F7-FF99-FF18-154ADDA6EFD1}"/>
                  </a:ext>
                </a:extLst>
              </p14:cNvPr>
              <p14:cNvContentPartPr/>
              <p14:nvPr/>
            </p14:nvContentPartPr>
            <p14:xfrm>
              <a:off x="2142720" y="1708800"/>
              <a:ext cx="35280" cy="494640"/>
            </p14:xfrm>
          </p:contentPart>
        </mc:Choice>
        <mc:Fallback xmlns="">
          <p:pic>
            <p:nvPicPr>
              <p:cNvPr id="18" name="Ink 17">
                <a:extLst>
                  <a:ext uri="{FF2B5EF4-FFF2-40B4-BE49-F238E27FC236}">
                    <a16:creationId xmlns:a16="http://schemas.microsoft.com/office/drawing/2014/main" id="{39D135C4-14F7-FF99-FF18-154ADDA6EFD1}"/>
                  </a:ext>
                </a:extLst>
              </p:cNvPr>
              <p:cNvPicPr/>
              <p:nvPr/>
            </p:nvPicPr>
            <p:blipFill>
              <a:blip r:embed="rId18"/>
              <a:stretch>
                <a:fillRect/>
              </a:stretch>
            </p:blipFill>
            <p:spPr>
              <a:xfrm>
                <a:off x="2133720" y="1699800"/>
                <a:ext cx="52920" cy="5122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19" name="Ink 18">
                <a:extLst>
                  <a:ext uri="{FF2B5EF4-FFF2-40B4-BE49-F238E27FC236}">
                    <a16:creationId xmlns:a16="http://schemas.microsoft.com/office/drawing/2014/main" id="{C41822C0-489A-AF50-A25B-EE97EC5D3F21}"/>
                  </a:ext>
                </a:extLst>
              </p14:cNvPr>
              <p14:cNvContentPartPr/>
              <p14:nvPr/>
            </p14:nvContentPartPr>
            <p14:xfrm>
              <a:off x="4201560" y="2895360"/>
              <a:ext cx="737280" cy="330480"/>
            </p14:xfrm>
          </p:contentPart>
        </mc:Choice>
        <mc:Fallback xmlns="">
          <p:pic>
            <p:nvPicPr>
              <p:cNvPr id="19" name="Ink 18">
                <a:extLst>
                  <a:ext uri="{FF2B5EF4-FFF2-40B4-BE49-F238E27FC236}">
                    <a16:creationId xmlns:a16="http://schemas.microsoft.com/office/drawing/2014/main" id="{C41822C0-489A-AF50-A25B-EE97EC5D3F21}"/>
                  </a:ext>
                </a:extLst>
              </p:cNvPr>
              <p:cNvPicPr/>
              <p:nvPr/>
            </p:nvPicPr>
            <p:blipFill>
              <a:blip r:embed="rId20"/>
              <a:stretch>
                <a:fillRect/>
              </a:stretch>
            </p:blipFill>
            <p:spPr>
              <a:xfrm>
                <a:off x="4192920" y="2886720"/>
                <a:ext cx="754920" cy="3481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21">
            <p14:nvContentPartPr>
              <p14:cNvPr id="20" name="Ink 19">
                <a:extLst>
                  <a:ext uri="{FF2B5EF4-FFF2-40B4-BE49-F238E27FC236}">
                    <a16:creationId xmlns:a16="http://schemas.microsoft.com/office/drawing/2014/main" id="{9041E356-3A6B-57A2-E2DB-C1EFDE42BFB5}"/>
                  </a:ext>
                </a:extLst>
              </p14:cNvPr>
              <p14:cNvContentPartPr/>
              <p14:nvPr/>
            </p14:nvContentPartPr>
            <p14:xfrm>
              <a:off x="4179960" y="4268040"/>
              <a:ext cx="804600" cy="390960"/>
            </p14:xfrm>
          </p:contentPart>
        </mc:Choice>
        <mc:Fallback xmlns="">
          <p:pic>
            <p:nvPicPr>
              <p:cNvPr id="20" name="Ink 19">
                <a:extLst>
                  <a:ext uri="{FF2B5EF4-FFF2-40B4-BE49-F238E27FC236}">
                    <a16:creationId xmlns:a16="http://schemas.microsoft.com/office/drawing/2014/main" id="{9041E356-3A6B-57A2-E2DB-C1EFDE42BFB5}"/>
                  </a:ext>
                </a:extLst>
              </p:cNvPr>
              <p:cNvPicPr/>
              <p:nvPr/>
            </p:nvPicPr>
            <p:blipFill>
              <a:blip r:embed="rId22"/>
              <a:stretch>
                <a:fillRect/>
              </a:stretch>
            </p:blipFill>
            <p:spPr>
              <a:xfrm>
                <a:off x="4171320" y="4259400"/>
                <a:ext cx="822240" cy="408600"/>
              </a:xfrm>
              <a:prstGeom prst="rect">
                <a:avLst/>
              </a:prstGeom>
            </p:spPr>
          </p:pic>
        </mc:Fallback>
      </mc:AlternateContent>
    </p:spTree>
    <p:extLst>
      <p:ext uri="{BB962C8B-B14F-4D97-AF65-F5344CB8AC3E}">
        <p14:creationId xmlns:p14="http://schemas.microsoft.com/office/powerpoint/2010/main" val="14127009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1B97E-0EAB-3DE2-A34E-0BC2E99E40BA}"/>
              </a:ext>
            </a:extLst>
          </p:cNvPr>
          <p:cNvSpPr>
            <a:spLocks noGrp="1"/>
          </p:cNvSpPr>
          <p:nvPr>
            <p:ph type="title"/>
          </p:nvPr>
        </p:nvSpPr>
        <p:spPr>
          <a:xfrm>
            <a:off x="1508805" y="2405744"/>
            <a:ext cx="11090275" cy="1578428"/>
          </a:xfrm>
        </p:spPr>
        <p:txBody>
          <a:bodyPr/>
          <a:lstStyle/>
          <a:p>
            <a:r>
              <a:rPr lang="en-US" dirty="0"/>
              <a:t>Template Pattern</a:t>
            </a:r>
          </a:p>
        </p:txBody>
      </p:sp>
    </p:spTree>
    <p:extLst>
      <p:ext uri="{BB962C8B-B14F-4D97-AF65-F5344CB8AC3E}">
        <p14:creationId xmlns:p14="http://schemas.microsoft.com/office/powerpoint/2010/main" val="41770369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FCDC4-A085-E859-D4D3-A41D254ECE93}"/>
              </a:ext>
            </a:extLst>
          </p:cNvPr>
          <p:cNvSpPr>
            <a:spLocks noGrp="1"/>
          </p:cNvSpPr>
          <p:nvPr>
            <p:ph type="title"/>
          </p:nvPr>
        </p:nvSpPr>
        <p:spPr/>
        <p:txBody>
          <a:bodyPr>
            <a:normAutofit/>
          </a:bodyPr>
          <a:lstStyle/>
          <a:p>
            <a:r>
              <a:rPr lang="en-US" sz="1800" dirty="0">
                <a:latin typeface="Avenir Next LT Pro (Body)"/>
              </a:rPr>
              <a:t>The Template Method Design Pattern is a behavioral design pattern that provides a blueprint for organizing code, making it flexible and easy to extend.</a:t>
            </a:r>
            <a:br>
              <a:rPr lang="en-US" sz="1800" dirty="0">
                <a:latin typeface="Avenir Next LT Pro (Body)"/>
              </a:rPr>
            </a:br>
            <a:r>
              <a:rPr lang="en-US" sz="1800" dirty="0">
                <a:latin typeface="Avenir Next LT Pro (Body)"/>
              </a:rPr>
              <a:t>With this pattern, </a:t>
            </a:r>
            <a:r>
              <a:rPr lang="en-US" sz="1800" dirty="0">
                <a:solidFill>
                  <a:schemeClr val="accent3">
                    <a:lumMod val="60000"/>
                    <a:lumOff val="40000"/>
                  </a:schemeClr>
                </a:solidFill>
                <a:latin typeface="Avenir Next LT Pro (Body)"/>
              </a:rPr>
              <a:t>you define the core steps of an algorithm in a method but allow subclasses to override specific steps without changing the overall structure</a:t>
            </a:r>
            <a:r>
              <a:rPr lang="en-US" sz="1800" dirty="0">
                <a:latin typeface="Avenir Next LT Pro (Body)"/>
              </a:rPr>
              <a:t>.</a:t>
            </a:r>
            <a:br>
              <a:rPr lang="en-US" sz="1800" dirty="0">
                <a:latin typeface="Avenir Next LT Pro (Body)"/>
              </a:rPr>
            </a:br>
            <a:br>
              <a:rPr lang="en-US" sz="1800" dirty="0">
                <a:latin typeface="Avenir Next LT Pro (Body)"/>
              </a:rPr>
            </a:br>
            <a:r>
              <a:rPr lang="en-US" sz="1800" b="1" dirty="0">
                <a:latin typeface="Avenir Next LT Pro (Body)"/>
              </a:rPr>
              <a:t>Components:</a:t>
            </a:r>
            <a:br>
              <a:rPr lang="en-US" sz="1800" b="1" dirty="0">
                <a:latin typeface="Avenir Next LT Pro (Body)"/>
              </a:rPr>
            </a:br>
            <a:br>
              <a:rPr lang="en-US" sz="1800" dirty="0">
                <a:latin typeface="Avenir Next LT Pro (Body)"/>
              </a:rPr>
            </a:br>
            <a:r>
              <a:rPr lang="en-US" sz="1800" b="1" dirty="0">
                <a:solidFill>
                  <a:schemeClr val="accent6">
                    <a:lumMod val="60000"/>
                    <a:lumOff val="40000"/>
                  </a:schemeClr>
                </a:solidFill>
                <a:latin typeface="Avenir Next LT Pro (Body)"/>
              </a:rPr>
              <a:t>1) Abstract Class (or Interface):</a:t>
            </a:r>
            <a:br>
              <a:rPr lang="en-US" sz="1800" dirty="0">
                <a:latin typeface="Avenir Next LT Pro (Body)"/>
              </a:rPr>
            </a:br>
            <a:r>
              <a:rPr lang="en-US" sz="1800" dirty="0">
                <a:latin typeface="Avenir Next LT Pro (Body)"/>
              </a:rPr>
              <a:t>This is the superclass that defines the template method. It provides a skeleton for the algorithm, where certain steps are defined but others are left abstract/</a:t>
            </a:r>
            <a:br>
              <a:rPr lang="en-US" sz="1800" dirty="0">
                <a:latin typeface="Avenir Next LT Pro (Body)"/>
              </a:rPr>
            </a:br>
            <a:br>
              <a:rPr lang="en-US" sz="1800" dirty="0">
                <a:latin typeface="Avenir Next LT Pro (Body)"/>
              </a:rPr>
            </a:br>
            <a:r>
              <a:rPr lang="en-US" sz="1800" b="1" dirty="0">
                <a:solidFill>
                  <a:schemeClr val="accent6">
                    <a:lumMod val="60000"/>
                    <a:lumOff val="40000"/>
                  </a:schemeClr>
                </a:solidFill>
                <a:latin typeface="Avenir Next LT Pro (Body)"/>
              </a:rPr>
              <a:t>2)Template Method:</a:t>
            </a:r>
            <a:br>
              <a:rPr lang="en-US" sz="1800" dirty="0">
                <a:latin typeface="Avenir Next LT Pro (Body)"/>
              </a:rPr>
            </a:br>
            <a:r>
              <a:rPr lang="en-US" sz="1800" dirty="0">
                <a:latin typeface="Avenir Next LT Pro (Body)"/>
              </a:rPr>
              <a:t>This is the method within the abstract class that defines the overall algorithm structure by calling various steps in a specific order. It’s often declared as final to prevent subclasses from changing the algorithm’s structure.</a:t>
            </a:r>
            <a:br>
              <a:rPr lang="en-US" sz="1800" dirty="0">
                <a:latin typeface="Avenir Next LT Pro (Body)"/>
              </a:rPr>
            </a:br>
            <a:br>
              <a:rPr lang="en-US" sz="1800" dirty="0">
                <a:latin typeface="Avenir Next LT Pro (Body)"/>
              </a:rPr>
            </a:br>
            <a:r>
              <a:rPr lang="en-US" sz="1800" b="1" dirty="0">
                <a:solidFill>
                  <a:schemeClr val="accent6">
                    <a:lumMod val="60000"/>
                    <a:lumOff val="40000"/>
                  </a:schemeClr>
                </a:solidFill>
                <a:latin typeface="Avenir Next LT Pro (Body)"/>
              </a:rPr>
              <a:t>3)Abstract Methods:</a:t>
            </a:r>
            <a:br>
              <a:rPr lang="en-US" sz="1800" dirty="0">
                <a:latin typeface="Avenir Next LT Pro (Body)"/>
              </a:rPr>
            </a:br>
            <a:r>
              <a:rPr lang="en-US" sz="1800" dirty="0">
                <a:latin typeface="Avenir Next LT Pro (Body)"/>
              </a:rPr>
              <a:t>These are methods declared within the abstract class but not implemented.</a:t>
            </a:r>
            <a:br>
              <a:rPr lang="en-US" sz="1800" dirty="0">
                <a:latin typeface="Avenir Next LT Pro (Body)"/>
              </a:rPr>
            </a:br>
            <a:br>
              <a:rPr lang="en-US" sz="1800" dirty="0">
                <a:latin typeface="Avenir Next LT Pro (Body)"/>
              </a:rPr>
            </a:br>
            <a:r>
              <a:rPr lang="en-US" sz="1800" b="1" dirty="0">
                <a:solidFill>
                  <a:schemeClr val="accent6">
                    <a:lumMod val="60000"/>
                    <a:lumOff val="40000"/>
                  </a:schemeClr>
                </a:solidFill>
                <a:latin typeface="Avenir Next LT Pro (Body)"/>
              </a:rPr>
              <a:t>4)Concrete Subclasses:</a:t>
            </a:r>
            <a:br>
              <a:rPr lang="en-US" sz="1800" dirty="0">
                <a:latin typeface="Avenir Next LT Pro (Body)"/>
              </a:rPr>
            </a:br>
            <a:r>
              <a:rPr lang="en-US" sz="1800" dirty="0">
                <a:latin typeface="Avenir Next LT Pro (Body)"/>
              </a:rPr>
              <a:t>These are the subclasses that extend the abstract class and provide concrete implementations for the abstract methods defined in the superclass.</a:t>
            </a:r>
          </a:p>
        </p:txBody>
      </p:sp>
    </p:spTree>
    <p:extLst>
      <p:ext uri="{BB962C8B-B14F-4D97-AF65-F5344CB8AC3E}">
        <p14:creationId xmlns:p14="http://schemas.microsoft.com/office/powerpoint/2010/main" val="20774182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DF1590-D9D1-81E1-F9A1-2E26A75205EA}"/>
              </a:ext>
            </a:extLst>
          </p:cNvPr>
          <p:cNvPicPr>
            <a:picLocks noChangeAspect="1"/>
          </p:cNvPicPr>
          <p:nvPr/>
        </p:nvPicPr>
        <p:blipFill>
          <a:blip r:embed="rId2"/>
          <a:stretch>
            <a:fillRect/>
          </a:stretch>
        </p:blipFill>
        <p:spPr>
          <a:xfrm>
            <a:off x="7485158" y="386731"/>
            <a:ext cx="4381724" cy="2692538"/>
          </a:xfrm>
          <a:prstGeom prst="rect">
            <a:avLst/>
          </a:prstGeom>
        </p:spPr>
      </p:pic>
      <p:pic>
        <p:nvPicPr>
          <p:cNvPr id="6" name="Picture 5">
            <a:extLst>
              <a:ext uri="{FF2B5EF4-FFF2-40B4-BE49-F238E27FC236}">
                <a16:creationId xmlns:a16="http://schemas.microsoft.com/office/drawing/2014/main" id="{24546CA3-2D67-8921-5C6E-D8187D21F2D2}"/>
              </a:ext>
            </a:extLst>
          </p:cNvPr>
          <p:cNvPicPr>
            <a:picLocks noChangeAspect="1"/>
          </p:cNvPicPr>
          <p:nvPr/>
        </p:nvPicPr>
        <p:blipFill>
          <a:blip r:embed="rId3"/>
          <a:stretch>
            <a:fillRect/>
          </a:stretch>
        </p:blipFill>
        <p:spPr>
          <a:xfrm>
            <a:off x="7485157" y="3307869"/>
            <a:ext cx="4381725" cy="3267101"/>
          </a:xfrm>
          <a:prstGeom prst="rect">
            <a:avLst/>
          </a:prstGeom>
        </p:spPr>
      </p:pic>
      <p:pic>
        <p:nvPicPr>
          <p:cNvPr id="8" name="Picture 7">
            <a:extLst>
              <a:ext uri="{FF2B5EF4-FFF2-40B4-BE49-F238E27FC236}">
                <a16:creationId xmlns:a16="http://schemas.microsoft.com/office/drawing/2014/main" id="{B24C1EB3-DFC2-1665-8685-8B6FBD39AD1B}"/>
              </a:ext>
            </a:extLst>
          </p:cNvPr>
          <p:cNvPicPr>
            <a:picLocks noChangeAspect="1"/>
          </p:cNvPicPr>
          <p:nvPr/>
        </p:nvPicPr>
        <p:blipFill>
          <a:blip r:embed="rId4"/>
          <a:stretch>
            <a:fillRect/>
          </a:stretch>
        </p:blipFill>
        <p:spPr>
          <a:xfrm>
            <a:off x="2269502" y="2398911"/>
            <a:ext cx="3515325" cy="1817915"/>
          </a:xfrm>
          <a:prstGeom prst="rect">
            <a:avLst/>
          </a:prstGeom>
        </p:spPr>
      </p:pic>
    </p:spTree>
    <p:extLst>
      <p:ext uri="{BB962C8B-B14F-4D97-AF65-F5344CB8AC3E}">
        <p14:creationId xmlns:p14="http://schemas.microsoft.com/office/powerpoint/2010/main" val="6807794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9E91B-481C-4EA1-A6D8-96A804773E07}"/>
              </a:ext>
            </a:extLst>
          </p:cNvPr>
          <p:cNvSpPr>
            <a:spLocks noGrp="1"/>
          </p:cNvSpPr>
          <p:nvPr>
            <p:ph type="title"/>
          </p:nvPr>
        </p:nvSpPr>
        <p:spPr>
          <a:xfrm>
            <a:off x="2281691" y="2590800"/>
            <a:ext cx="11090275" cy="1676400"/>
          </a:xfrm>
        </p:spPr>
        <p:txBody>
          <a:bodyPr/>
          <a:lstStyle/>
          <a:p>
            <a:r>
              <a:rPr lang="en-US" dirty="0"/>
              <a:t>Visitor Pattern</a:t>
            </a:r>
          </a:p>
        </p:txBody>
      </p:sp>
    </p:spTree>
    <p:extLst>
      <p:ext uri="{BB962C8B-B14F-4D97-AF65-F5344CB8AC3E}">
        <p14:creationId xmlns:p14="http://schemas.microsoft.com/office/powerpoint/2010/main" val="42405574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DC41C-5E01-81ED-FE76-E24E01895B93}"/>
              </a:ext>
            </a:extLst>
          </p:cNvPr>
          <p:cNvSpPr>
            <a:spLocks noGrp="1"/>
          </p:cNvSpPr>
          <p:nvPr>
            <p:ph type="title"/>
          </p:nvPr>
        </p:nvSpPr>
        <p:spPr/>
        <p:txBody>
          <a:bodyPr>
            <a:normAutofit/>
          </a:bodyPr>
          <a:lstStyle/>
          <a:p>
            <a:r>
              <a:rPr lang="en-US" sz="1800" dirty="0">
                <a:latin typeface="Avenir Next LT Pro (Body)"/>
              </a:rPr>
              <a:t>Visitor design pattern makes it possible to add new operations to preexisting classes without changing them.</a:t>
            </a:r>
            <a:br>
              <a:rPr lang="en-US" sz="1800" dirty="0">
                <a:latin typeface="Avenir Next LT Pro (Body)"/>
              </a:rPr>
            </a:br>
            <a:br>
              <a:rPr lang="en-US" sz="1800" dirty="0">
                <a:latin typeface="Avenir Next LT Pro (Body)"/>
              </a:rPr>
            </a:br>
            <a:r>
              <a:rPr lang="en-US" sz="1800" b="1" dirty="0">
                <a:solidFill>
                  <a:schemeClr val="accent3">
                    <a:lumMod val="60000"/>
                    <a:lumOff val="40000"/>
                  </a:schemeClr>
                </a:solidFill>
                <a:latin typeface="Avenir Next LT Pro (Body)"/>
              </a:rPr>
              <a:t>Components:</a:t>
            </a:r>
            <a:br>
              <a:rPr lang="en-US" sz="1800" dirty="0">
                <a:latin typeface="Avenir Next LT Pro (Body)"/>
              </a:rPr>
            </a:br>
            <a:br>
              <a:rPr lang="en-US" sz="1800" dirty="0">
                <a:latin typeface="Avenir Next LT Pro (Body)"/>
              </a:rPr>
            </a:br>
            <a:r>
              <a:rPr lang="en-US" sz="1800" b="1" dirty="0">
                <a:solidFill>
                  <a:schemeClr val="accent6">
                    <a:lumMod val="40000"/>
                    <a:lumOff val="60000"/>
                  </a:schemeClr>
                </a:solidFill>
                <a:latin typeface="Avenir Next LT Pro (Body)"/>
              </a:rPr>
              <a:t>Visitor Interface: </a:t>
            </a:r>
            <a:br>
              <a:rPr lang="en-US" sz="1800" dirty="0">
                <a:latin typeface="Avenir Next LT Pro (Body)"/>
              </a:rPr>
            </a:br>
            <a:r>
              <a:rPr lang="en-US" sz="1800" dirty="0">
                <a:latin typeface="Avenir Next LT Pro (Body)"/>
              </a:rPr>
              <a:t>This interface declares a visit method for each type of element in the object structure. Each method is designed to handle a specific element type.</a:t>
            </a:r>
            <a:br>
              <a:rPr lang="en-US" sz="1800" dirty="0">
                <a:latin typeface="Avenir Next LT Pro (Body)"/>
              </a:rPr>
            </a:br>
            <a:br>
              <a:rPr lang="en-US" sz="1800" b="1" dirty="0">
                <a:solidFill>
                  <a:schemeClr val="accent6">
                    <a:lumMod val="40000"/>
                    <a:lumOff val="60000"/>
                  </a:schemeClr>
                </a:solidFill>
                <a:latin typeface="Avenir Next LT Pro (Body)"/>
              </a:rPr>
            </a:br>
            <a:r>
              <a:rPr lang="en-US" sz="1800" b="1" dirty="0">
                <a:solidFill>
                  <a:schemeClr val="accent6">
                    <a:lumMod val="40000"/>
                    <a:lumOff val="60000"/>
                  </a:schemeClr>
                </a:solidFill>
                <a:latin typeface="Avenir Next LT Pro (Body)"/>
              </a:rPr>
              <a:t>Concrete Visitor:</a:t>
            </a:r>
            <a:br>
              <a:rPr lang="en-US" sz="1800" dirty="0">
                <a:latin typeface="Avenir Next LT Pro (Body)"/>
              </a:rPr>
            </a:br>
            <a:r>
              <a:rPr lang="en-US" sz="1800" dirty="0">
                <a:latin typeface="Avenir Next LT Pro (Body)"/>
              </a:rPr>
              <a:t> This class implements the Visitor interface and provides the specific behavior for each visit method. It contains the logic for the operations that need to be performed on the elements.</a:t>
            </a:r>
            <a:br>
              <a:rPr lang="en-US" sz="1800" dirty="0">
                <a:latin typeface="Avenir Next LT Pro (Body)"/>
              </a:rPr>
            </a:br>
            <a:br>
              <a:rPr lang="en-US" sz="1800" b="1" dirty="0">
                <a:solidFill>
                  <a:schemeClr val="accent6">
                    <a:lumMod val="40000"/>
                    <a:lumOff val="60000"/>
                  </a:schemeClr>
                </a:solidFill>
                <a:latin typeface="Avenir Next LT Pro (Body)"/>
              </a:rPr>
            </a:br>
            <a:r>
              <a:rPr lang="en-US" sz="1800" b="1" dirty="0">
                <a:solidFill>
                  <a:schemeClr val="accent6">
                    <a:lumMod val="40000"/>
                    <a:lumOff val="60000"/>
                  </a:schemeClr>
                </a:solidFill>
                <a:latin typeface="Avenir Next LT Pro (Body)"/>
              </a:rPr>
              <a:t>Element Interface:</a:t>
            </a:r>
            <a:br>
              <a:rPr lang="en-US" sz="1800" dirty="0">
                <a:latin typeface="Avenir Next LT Pro (Body)"/>
              </a:rPr>
            </a:br>
            <a:r>
              <a:rPr lang="en-US" sz="1800" dirty="0">
                <a:latin typeface="Avenir Next LT Pro (Body)"/>
              </a:rPr>
              <a:t> This interface defines an accept method that takes a visitor as an argument. This method allows the visitor to visit the concrete elements.</a:t>
            </a:r>
            <a:br>
              <a:rPr lang="en-US" sz="1800" dirty="0">
                <a:latin typeface="Avenir Next LT Pro (Body)"/>
              </a:rPr>
            </a:br>
            <a:br>
              <a:rPr lang="en-US" sz="1800" dirty="0">
                <a:latin typeface="Avenir Next LT Pro (Body)"/>
              </a:rPr>
            </a:br>
            <a:r>
              <a:rPr lang="en-US" sz="1800" b="1" dirty="0">
                <a:solidFill>
                  <a:schemeClr val="accent6">
                    <a:lumMod val="40000"/>
                    <a:lumOff val="60000"/>
                  </a:schemeClr>
                </a:solidFill>
                <a:latin typeface="Avenir Next LT Pro (Body)"/>
              </a:rPr>
              <a:t>Concrete Elements:</a:t>
            </a:r>
            <a:br>
              <a:rPr lang="en-US" sz="1800" dirty="0">
                <a:latin typeface="Avenir Next LT Pro (Body)"/>
              </a:rPr>
            </a:br>
            <a:r>
              <a:rPr lang="en-US" sz="1800" dirty="0">
                <a:latin typeface="Avenir Next LT Pro (Body)"/>
              </a:rPr>
              <a:t> These classes implement the Element interface and represent the various types of objects in the structure. Each concrete element defines how it accepts a visitor by calling the corresponding method on the visitor.</a:t>
            </a:r>
          </a:p>
        </p:txBody>
      </p:sp>
    </p:spTree>
    <p:extLst>
      <p:ext uri="{BB962C8B-B14F-4D97-AF65-F5344CB8AC3E}">
        <p14:creationId xmlns:p14="http://schemas.microsoft.com/office/powerpoint/2010/main" val="23801597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005C4E-B7F5-83F8-C711-BB0695E59925}"/>
              </a:ext>
            </a:extLst>
          </p:cNvPr>
          <p:cNvPicPr>
            <a:picLocks noChangeAspect="1"/>
          </p:cNvPicPr>
          <p:nvPr/>
        </p:nvPicPr>
        <p:blipFill>
          <a:blip r:embed="rId2"/>
          <a:stretch>
            <a:fillRect/>
          </a:stretch>
        </p:blipFill>
        <p:spPr>
          <a:xfrm>
            <a:off x="6392074" y="4648467"/>
            <a:ext cx="4197566" cy="1981302"/>
          </a:xfrm>
          <a:prstGeom prst="rect">
            <a:avLst/>
          </a:prstGeom>
        </p:spPr>
      </p:pic>
      <p:pic>
        <p:nvPicPr>
          <p:cNvPr id="5" name="Picture 4">
            <a:extLst>
              <a:ext uri="{FF2B5EF4-FFF2-40B4-BE49-F238E27FC236}">
                <a16:creationId xmlns:a16="http://schemas.microsoft.com/office/drawing/2014/main" id="{441D3C2F-B3AC-7237-CB1F-4547532A26D4}"/>
              </a:ext>
            </a:extLst>
          </p:cNvPr>
          <p:cNvPicPr>
            <a:picLocks noChangeAspect="1"/>
          </p:cNvPicPr>
          <p:nvPr/>
        </p:nvPicPr>
        <p:blipFill>
          <a:blip r:embed="rId3"/>
          <a:stretch>
            <a:fillRect/>
          </a:stretch>
        </p:blipFill>
        <p:spPr>
          <a:xfrm>
            <a:off x="169984" y="187299"/>
            <a:ext cx="4548645" cy="997001"/>
          </a:xfrm>
          <a:prstGeom prst="rect">
            <a:avLst/>
          </a:prstGeom>
        </p:spPr>
      </p:pic>
      <p:pic>
        <p:nvPicPr>
          <p:cNvPr id="7" name="Picture 6">
            <a:extLst>
              <a:ext uri="{FF2B5EF4-FFF2-40B4-BE49-F238E27FC236}">
                <a16:creationId xmlns:a16="http://schemas.microsoft.com/office/drawing/2014/main" id="{11BE713F-A09A-179D-166A-CF422D2923B7}"/>
              </a:ext>
            </a:extLst>
          </p:cNvPr>
          <p:cNvPicPr>
            <a:picLocks noChangeAspect="1"/>
          </p:cNvPicPr>
          <p:nvPr/>
        </p:nvPicPr>
        <p:blipFill>
          <a:blip r:embed="rId4"/>
          <a:stretch>
            <a:fillRect/>
          </a:stretch>
        </p:blipFill>
        <p:spPr>
          <a:xfrm>
            <a:off x="167714" y="1402807"/>
            <a:ext cx="4553184" cy="3005907"/>
          </a:xfrm>
          <a:prstGeom prst="rect">
            <a:avLst/>
          </a:prstGeom>
        </p:spPr>
      </p:pic>
      <p:pic>
        <p:nvPicPr>
          <p:cNvPr id="9" name="Picture 8">
            <a:extLst>
              <a:ext uri="{FF2B5EF4-FFF2-40B4-BE49-F238E27FC236}">
                <a16:creationId xmlns:a16="http://schemas.microsoft.com/office/drawing/2014/main" id="{97A6A593-B50A-81D7-B7FF-EB98E85812DB}"/>
              </a:ext>
            </a:extLst>
          </p:cNvPr>
          <p:cNvPicPr>
            <a:picLocks noChangeAspect="1"/>
          </p:cNvPicPr>
          <p:nvPr/>
        </p:nvPicPr>
        <p:blipFill>
          <a:blip r:embed="rId5"/>
          <a:stretch>
            <a:fillRect/>
          </a:stretch>
        </p:blipFill>
        <p:spPr>
          <a:xfrm>
            <a:off x="6774052" y="187298"/>
            <a:ext cx="3433610" cy="997001"/>
          </a:xfrm>
          <a:prstGeom prst="rect">
            <a:avLst/>
          </a:prstGeom>
        </p:spPr>
      </p:pic>
      <p:pic>
        <p:nvPicPr>
          <p:cNvPr id="11" name="Picture 10">
            <a:extLst>
              <a:ext uri="{FF2B5EF4-FFF2-40B4-BE49-F238E27FC236}">
                <a16:creationId xmlns:a16="http://schemas.microsoft.com/office/drawing/2014/main" id="{E36979A7-A4D0-A432-FA06-A3050AC89A3F}"/>
              </a:ext>
            </a:extLst>
          </p:cNvPr>
          <p:cNvPicPr>
            <a:picLocks noChangeAspect="1"/>
          </p:cNvPicPr>
          <p:nvPr/>
        </p:nvPicPr>
        <p:blipFill>
          <a:blip r:embed="rId6"/>
          <a:stretch>
            <a:fillRect/>
          </a:stretch>
        </p:blipFill>
        <p:spPr>
          <a:xfrm>
            <a:off x="4938183" y="1521390"/>
            <a:ext cx="3552674" cy="2768742"/>
          </a:xfrm>
          <a:prstGeom prst="rect">
            <a:avLst/>
          </a:prstGeom>
        </p:spPr>
      </p:pic>
      <p:pic>
        <p:nvPicPr>
          <p:cNvPr id="13" name="Picture 12">
            <a:extLst>
              <a:ext uri="{FF2B5EF4-FFF2-40B4-BE49-F238E27FC236}">
                <a16:creationId xmlns:a16="http://schemas.microsoft.com/office/drawing/2014/main" id="{CF9F6806-E1F0-2C9D-59EF-0FC8E15A5FE6}"/>
              </a:ext>
            </a:extLst>
          </p:cNvPr>
          <p:cNvPicPr>
            <a:picLocks noChangeAspect="1"/>
          </p:cNvPicPr>
          <p:nvPr/>
        </p:nvPicPr>
        <p:blipFill>
          <a:blip r:embed="rId7"/>
          <a:stretch>
            <a:fillRect/>
          </a:stretch>
        </p:blipFill>
        <p:spPr>
          <a:xfrm>
            <a:off x="8605487" y="1521390"/>
            <a:ext cx="3325256" cy="2768742"/>
          </a:xfrm>
          <a:prstGeom prst="rect">
            <a:avLst/>
          </a:prstGeom>
        </p:spPr>
      </p:pic>
    </p:spTree>
    <p:extLst>
      <p:ext uri="{BB962C8B-B14F-4D97-AF65-F5344CB8AC3E}">
        <p14:creationId xmlns:p14="http://schemas.microsoft.com/office/powerpoint/2010/main" val="2322774061"/>
      </p:ext>
    </p:extLst>
  </p:cSld>
  <p:clrMapOvr>
    <a:masterClrMapping/>
  </p:clrMapOvr>
</p:sld>
</file>

<file path=ppt/theme/theme1.xml><?xml version="1.0" encoding="utf-8"?>
<a:theme xmlns:a="http://schemas.openxmlformats.org/drawingml/2006/main" name="GlowVTI">
  <a:themeElements>
    <a:clrScheme name="AnalogousFromRegularSeedRightStep">
      <a:dk1>
        <a:srgbClr val="000000"/>
      </a:dk1>
      <a:lt1>
        <a:srgbClr val="FFFFFF"/>
      </a:lt1>
      <a:dk2>
        <a:srgbClr val="412724"/>
      </a:dk2>
      <a:lt2>
        <a:srgbClr val="E2E8E4"/>
      </a:lt2>
      <a:accent1>
        <a:srgbClr val="D739AE"/>
      </a:accent1>
      <a:accent2>
        <a:srgbClr val="C5275A"/>
      </a:accent2>
      <a:accent3>
        <a:srgbClr val="D74839"/>
      </a:accent3>
      <a:accent4>
        <a:srgbClr val="C57827"/>
      </a:accent4>
      <a:accent5>
        <a:srgbClr val="B0A72F"/>
      </a:accent5>
      <a:accent6>
        <a:srgbClr val="81B223"/>
      </a:accent6>
      <a:hlink>
        <a:srgbClr val="31944B"/>
      </a:hlink>
      <a:folHlink>
        <a:srgbClr val="7F7F7F"/>
      </a:folHlink>
    </a:clrScheme>
    <a:fontScheme name="Blur">
      <a:majorFont>
        <a:latin typeface="Bell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owVTI" id="{D5B5AA20-F6D3-43B8-AF6B-ECAF69256418}" vid="{93025AB5-1D44-4CD3-9BC3-729F6E11E0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21628</TotalTime>
  <Words>2316</Words>
  <Application>Microsoft Office PowerPoint</Application>
  <PresentationFormat>Widescreen</PresentationFormat>
  <Paragraphs>120</Paragraphs>
  <Slides>53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Aptos</vt:lpstr>
      <vt:lpstr>Arial</vt:lpstr>
      <vt:lpstr>Avenir Next LT Pro</vt:lpstr>
      <vt:lpstr>Avenir Next LT Pro (Body)</vt:lpstr>
      <vt:lpstr>Bell MT</vt:lpstr>
      <vt:lpstr>Calibri</vt:lpstr>
      <vt:lpstr>Nunito</vt:lpstr>
      <vt:lpstr>GlowVTI</vt:lpstr>
      <vt:lpstr>Design Patterns</vt:lpstr>
      <vt:lpstr>Creational Design Patterns</vt:lpstr>
      <vt:lpstr>PowerPoint Presentation</vt:lpstr>
      <vt:lpstr>PowerPoint Presentation</vt:lpstr>
      <vt:lpstr>When to use Factory design pattern</vt:lpstr>
      <vt:lpstr>Abstract Factory Pattern</vt:lpstr>
      <vt:lpstr>PowerPoint Presentation</vt:lpstr>
      <vt:lpstr>When to use Abstract Factory Pattern</vt:lpstr>
      <vt:lpstr>PowerPoint Presentation</vt:lpstr>
      <vt:lpstr>PowerPoint Presentation</vt:lpstr>
      <vt:lpstr>Builder Pattern</vt:lpstr>
      <vt:lpstr>This pattern separates the construction of a complex object from its representation, allowing the same construction process to create different representations.  1. Product The Product is the complex object that the Builder pattern is responsible for constructing.  2. Builder The Builder is an interface or an abstract class that declares the construction steps for building a complex object.  3. ConcreteBuilder ConcreteBuilder classes implement the Builder interface, providing specific implementations for building each part of the product.Each ConcreteBuilder is custmized to create a specific variation of the product.  4. Director The Director is responsible for managing the construction process of the complex object. It collaborates with a Builder, but it doesn’t know the specific details about how each part of the object is constructed. </vt:lpstr>
      <vt:lpstr>PowerPoint Presentation</vt:lpstr>
      <vt:lpstr>Structural Design Patterns</vt:lpstr>
      <vt:lpstr>Adapter Design Pattern</vt:lpstr>
      <vt:lpstr>PowerPoint Presentation</vt:lpstr>
      <vt:lpstr>Bridge Design Pattern</vt:lpstr>
      <vt:lpstr>PowerPoint Presentation</vt:lpstr>
      <vt:lpstr>PowerPoint Presentation</vt:lpstr>
      <vt:lpstr>Composite Design Pattern</vt:lpstr>
      <vt:lpstr>PowerPoint Presentation</vt:lpstr>
      <vt:lpstr>Decorator Design Pattern</vt:lpstr>
      <vt:lpstr>PowerPoint Presentation</vt:lpstr>
      <vt:lpstr>Façade Design Pattern</vt:lpstr>
      <vt:lpstr>PowerPoint Presentation</vt:lpstr>
      <vt:lpstr>Flyweight Design Pattern</vt:lpstr>
      <vt:lpstr>The Flyweight design pattern is a structural pattern that aims to minimize memory usage and improve performance by sharing objects that have similar or identical states.  When to use :  There is need to creating number objects that have common props with memory optimization.  Concepts:  Intrinsic state of an object: When object has same common properties, we say it is in intrinsic state or shared state.  Extrinsic state of an object: This is the state where the object properties are different than common properties.   Since object creation is large numbers requires more memory, we will create object with common properties (intrinsic state) and while at run time we will change the properties if required( extrinsic state),  Components:  Flyweight interface   Concrete classes that implement Flyweight interface  Factory to manage objects of concrete classes   </vt:lpstr>
      <vt:lpstr>PowerPoint Presentation</vt:lpstr>
      <vt:lpstr>Behavioral Design Pattern</vt:lpstr>
      <vt:lpstr>Chain of Responsibility</vt:lpstr>
      <vt:lpstr>PowerPoint Presentation</vt:lpstr>
      <vt:lpstr>PowerPoint Presentation</vt:lpstr>
      <vt:lpstr>Command Design Pattern</vt:lpstr>
      <vt:lpstr>PowerPoint Presentation</vt:lpstr>
      <vt:lpstr>PowerPoint Presentation</vt:lpstr>
      <vt:lpstr>Observer Design Pattern</vt:lpstr>
      <vt:lpstr>The Observer Design Pattern is a behavioral design pattern that defines a one-to-many dependency between objects. When one object (the subject) changes state, all its dependents (observers) are notified and updated automatically.  Components:  Observer is an interface which defines the contract that every concrete observer has to implement.   Subject  is also an interface which defines contract for concrete subjects, provides methods for adding removing updating observers.  Note: Subjects are the objects that maintain and notify observers about changes in their state, while Observers are the entities that react to those changes.  Observer pattern aims at decoupling Observers and Subject. Subject need not know about observer works.  Subject and Observers maintain one to many relationship  </vt:lpstr>
      <vt:lpstr>PowerPoint Presentation</vt:lpstr>
      <vt:lpstr>Mediator design Pattern</vt:lpstr>
      <vt:lpstr>To centralize communication between various components or objects in a system. This promotes loose coupling by preventing direct interactions between components, instead of having them communicate through the mediator, facilitating better maintainability and flexibility in the system architecture  Components:  1. Mediator The Mediator interface defines the communication contract, specifying methods that concrete mediators should implement to facilitate interactions among colleagues.  2. Colleague Colleague classes are the components or objects that interact with each other. They communicate through the Mediator, and each colleague class is only aware of the mediator, not the other colleagues.  3.Concrete Mediator Concrete Mediator is a specific implementation of the Mediator interface.  4. Concrete colleague Concrete Colleague classes are the specific implementations of the Colleague interface. </vt:lpstr>
      <vt:lpstr>PowerPoint Presentation</vt:lpstr>
      <vt:lpstr>State design Pattern</vt:lpstr>
      <vt:lpstr>The State design pattern is a behavioral software design pattern that allows an object to alter its behavior when its internal state changes. Encapsulates states as objects. This pattern is particularly useful when an object’s behavior depends on its state, and the state can change during the object’s lifecycle.  Components:  1) Context: The Context is the class that contains the object whose behavior changes based on its internal state. It maintains a reference to the current state object .  2) State Interface or Base Class The State interface or base class defines a common interface for all concrete state classes.  3) Concrete States: Concrete state classes implement the State interface or extend the base class. Each concrete state class encapsulates the behavior associated with a specific state of the Context.</vt:lpstr>
      <vt:lpstr>PowerPoint Presentation</vt:lpstr>
      <vt:lpstr>Strategy pattern</vt:lpstr>
      <vt:lpstr>The Strategy Design Pattern defines a family of algorithms or strategies, encapsulates each one, and makes them interchangeable, allowing clients to switch algorithms dynamically without altering the code structure.  1. Context A class or object known as the Context assigns the task to a strategy object and contains a reference to it.  2. Strategy Interface An abstract class or interface known as the Strategy Interface specifies a set of methods that all concrete strategies must implement.  3. Concrete Strategies Concrete Strategies are the various implementations of the Strategy Interface. Each concrete strategy provides a specific algorithm or behavior</vt:lpstr>
      <vt:lpstr>PowerPoint Presentation</vt:lpstr>
      <vt:lpstr>Template Pattern</vt:lpstr>
      <vt:lpstr>The Template Method Design Pattern is a behavioral design pattern that provides a blueprint for organizing code, making it flexible and easy to extend. With this pattern, you define the core steps of an algorithm in a method but allow subclasses to override specific steps without changing the overall structure.  Components:  1) Abstract Class (or Interface): This is the superclass that defines the template method. It provides a skeleton for the algorithm, where certain steps are defined but others are left abstract/  2)Template Method: This is the method within the abstract class that defines the overall algorithm structure by calling various steps in a specific order. It’s often declared as final to prevent subclasses from changing the algorithm’s structure.  3)Abstract Methods: These are methods declared within the abstract class but not implemented.  4)Concrete Subclasses: These are the subclasses that extend the abstract class and provide concrete implementations for the abstract methods defined in the superclass.</vt:lpstr>
      <vt:lpstr>PowerPoint Presentation</vt:lpstr>
      <vt:lpstr>Visitor Pattern</vt:lpstr>
      <vt:lpstr>Visitor design pattern makes it possible to add new operations to preexisting classes without changing them.  Components:  Visitor Interface:  This interface declares a visit method for each type of element in the object structure. Each method is designed to handle a specific element type.  Concrete Visitor:  This class implements the Visitor interface and provides the specific behavior for each visit method. It contains the logic for the operations that need to be performed on the elements.  Element Interface:  This interface defines an accept method that takes a visitor as an argument. This method allows the visitor to visit the concrete elements.  Concrete Elements:  These classes implement the Element interface and represent the various types of objects in the structure. Each concrete element defines how it accepts a visitor by calling the corresponding method on the visitor.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Vijaysambasivarao Kode</dc:creator>
  <cp:lastModifiedBy>Vijaysambasivarao Kode</cp:lastModifiedBy>
  <cp:revision>74</cp:revision>
  <dcterms:created xsi:type="dcterms:W3CDTF">2024-08-07T15:59:53Z</dcterms:created>
  <dcterms:modified xsi:type="dcterms:W3CDTF">2024-12-23T13:49:24Z</dcterms:modified>
</cp:coreProperties>
</file>